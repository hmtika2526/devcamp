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8288000" cy="10287000"/>
  <p:notesSz cx="6858000" cy="9144000"/>
  <p:embeddedFontLst>
    <p:embeddedFont>
      <p:font typeface="Calibri" panose="020F0502020204030204" pitchFamily="34" charset="0"/>
      <p:regular r:id="rId27"/>
      <p:bold r:id="rId28"/>
      <p:italic r:id="rId29"/>
      <p:boldItalic r:id="rId30"/>
    </p:embeddedFont>
    <p:embeddedFont>
      <p:font typeface="Inter" panose="020B0604020202020204" charset="0"/>
      <p:regular r:id="rId31"/>
    </p:embeddedFont>
    <p:embeddedFont>
      <p:font typeface="Inter Bold" panose="020B0604020202020204" charset="0"/>
      <p:regular r:id="rId32"/>
    </p:embeddedFont>
    <p:embeddedFont>
      <p:font typeface="Inter Semi-Bold" panose="020B0604020202020204" charset="0"/>
      <p:regular r:id="rId33"/>
    </p:embeddedFont>
    <p:embeddedFont>
      <p:font typeface="Mistrully" panose="020B0604020202020204" charset="0"/>
      <p:regular r:id="rId34"/>
    </p:embeddedFont>
    <p:embeddedFont>
      <p:font typeface="Norwester" panose="020B0604020202020204" charset="0"/>
      <p:regular r:id="rId35"/>
    </p:embeddedFont>
    <p:embeddedFont>
      <p:font typeface="Poppins" panose="00000500000000000000" pitchFamily="2" charset="0"/>
      <p:regular r:id="rId36"/>
    </p:embeddedFont>
    <p:embeddedFont>
      <p:font typeface="Poppins Bold" panose="020B0604020202020204" charset="0"/>
      <p:regular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534"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8.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940"/>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15000"/>
            </a:blip>
            <a:stretch>
              <a:fillRect/>
            </a:stretch>
          </a:blipFill>
        </p:spPr>
      </p:sp>
      <p:grpSp>
        <p:nvGrpSpPr>
          <p:cNvPr id="3" name="Group 3"/>
          <p:cNvGrpSpPr/>
          <p:nvPr/>
        </p:nvGrpSpPr>
        <p:grpSpPr>
          <a:xfrm>
            <a:off x="7510084" y="732996"/>
            <a:ext cx="3267833" cy="591408"/>
            <a:chOff x="0" y="0"/>
            <a:chExt cx="4357110" cy="788544"/>
          </a:xfrm>
        </p:grpSpPr>
        <p:sp>
          <p:nvSpPr>
            <p:cNvPr id="4" name="Freeform 4"/>
            <p:cNvSpPr/>
            <p:nvPr/>
          </p:nvSpPr>
          <p:spPr>
            <a:xfrm>
              <a:off x="0" y="0"/>
              <a:ext cx="732988" cy="732988"/>
            </a:xfrm>
            <a:custGeom>
              <a:avLst/>
              <a:gdLst/>
              <a:ahLst/>
              <a:cxnLst/>
              <a:rect l="l" t="t" r="r" b="b"/>
              <a:pathLst>
                <a:path w="732988" h="732988">
                  <a:moveTo>
                    <a:pt x="0" y="0"/>
                  </a:moveTo>
                  <a:lnTo>
                    <a:pt x="732988" y="0"/>
                  </a:lnTo>
                  <a:lnTo>
                    <a:pt x="732988" y="732988"/>
                  </a:lnTo>
                  <a:lnTo>
                    <a:pt x="0" y="732988"/>
                  </a:lnTo>
                  <a:lnTo>
                    <a:pt x="0" y="0"/>
                  </a:lnTo>
                  <a:close/>
                </a:path>
              </a:pathLst>
            </a:custGeom>
            <a:blipFill>
              <a:blip r:embed="rId3"/>
              <a:stretch>
                <a:fillRect/>
              </a:stretch>
            </a:blipFill>
          </p:spPr>
        </p:sp>
        <p:sp>
          <p:nvSpPr>
            <p:cNvPr id="5" name="Freeform 5"/>
            <p:cNvSpPr/>
            <p:nvPr/>
          </p:nvSpPr>
          <p:spPr>
            <a:xfrm>
              <a:off x="935429" y="0"/>
              <a:ext cx="732988" cy="732988"/>
            </a:xfrm>
            <a:custGeom>
              <a:avLst/>
              <a:gdLst/>
              <a:ahLst/>
              <a:cxnLst/>
              <a:rect l="l" t="t" r="r" b="b"/>
              <a:pathLst>
                <a:path w="732988" h="732988">
                  <a:moveTo>
                    <a:pt x="0" y="0"/>
                  </a:moveTo>
                  <a:lnTo>
                    <a:pt x="732988" y="0"/>
                  </a:lnTo>
                  <a:lnTo>
                    <a:pt x="732988" y="732988"/>
                  </a:lnTo>
                  <a:lnTo>
                    <a:pt x="0" y="732988"/>
                  </a:lnTo>
                  <a:lnTo>
                    <a:pt x="0" y="0"/>
                  </a:lnTo>
                  <a:close/>
                </a:path>
              </a:pathLst>
            </a:custGeom>
            <a:blipFill>
              <a:blip r:embed="rId4"/>
              <a:stretch>
                <a:fillRect/>
              </a:stretch>
            </a:blipFill>
          </p:spPr>
        </p:sp>
        <p:sp>
          <p:nvSpPr>
            <p:cNvPr id="6" name="Freeform 6"/>
            <p:cNvSpPr/>
            <p:nvPr/>
          </p:nvSpPr>
          <p:spPr>
            <a:xfrm>
              <a:off x="1872405" y="55556"/>
              <a:ext cx="2484706" cy="732988"/>
            </a:xfrm>
            <a:custGeom>
              <a:avLst/>
              <a:gdLst/>
              <a:ahLst/>
              <a:cxnLst/>
              <a:rect l="l" t="t" r="r" b="b"/>
              <a:pathLst>
                <a:path w="2484706" h="732988">
                  <a:moveTo>
                    <a:pt x="0" y="0"/>
                  </a:moveTo>
                  <a:lnTo>
                    <a:pt x="2484705" y="0"/>
                  </a:lnTo>
                  <a:lnTo>
                    <a:pt x="2484705" y="732988"/>
                  </a:lnTo>
                  <a:lnTo>
                    <a:pt x="0" y="732988"/>
                  </a:lnTo>
                  <a:lnTo>
                    <a:pt x="0" y="0"/>
                  </a:lnTo>
                  <a:close/>
                </a:path>
              </a:pathLst>
            </a:custGeom>
            <a:blipFill>
              <a:blip r:embed="rId5"/>
              <a:stretch>
                <a:fillRect/>
              </a:stretch>
            </a:blipFill>
          </p:spPr>
        </p:sp>
      </p:grpSp>
      <p:grpSp>
        <p:nvGrpSpPr>
          <p:cNvPr id="7" name="Group 7"/>
          <p:cNvGrpSpPr/>
          <p:nvPr/>
        </p:nvGrpSpPr>
        <p:grpSpPr>
          <a:xfrm>
            <a:off x="13819395" y="-1307921"/>
            <a:ext cx="7040355" cy="6307586"/>
            <a:chOff x="0" y="0"/>
            <a:chExt cx="9387141" cy="8410115"/>
          </a:xfrm>
        </p:grpSpPr>
        <p:grpSp>
          <p:nvGrpSpPr>
            <p:cNvPr id="8" name="Group 8"/>
            <p:cNvGrpSpPr/>
            <p:nvPr/>
          </p:nvGrpSpPr>
          <p:grpSpPr>
            <a:xfrm>
              <a:off x="4693570" y="0"/>
              <a:ext cx="4693570" cy="8410115"/>
              <a:chOff x="0" y="0"/>
              <a:chExt cx="948267" cy="1699140"/>
            </a:xfrm>
          </p:grpSpPr>
          <p:sp>
            <p:nvSpPr>
              <p:cNvPr id="9" name="Freeform 9"/>
              <p:cNvSpPr/>
              <p:nvPr/>
            </p:nvSpPr>
            <p:spPr>
              <a:xfrm>
                <a:off x="0" y="0"/>
                <a:ext cx="948267" cy="1699140"/>
              </a:xfrm>
              <a:custGeom>
                <a:avLst/>
                <a:gdLst/>
                <a:ahLst/>
                <a:cxnLst/>
                <a:rect l="l" t="t" r="r" b="b"/>
                <a:pathLst>
                  <a:path w="948267" h="1699140">
                    <a:moveTo>
                      <a:pt x="0" y="849570"/>
                    </a:moveTo>
                    <a:lnTo>
                      <a:pt x="406400" y="0"/>
                    </a:lnTo>
                    <a:lnTo>
                      <a:pt x="406400" y="203200"/>
                    </a:lnTo>
                    <a:lnTo>
                      <a:pt x="948267" y="203200"/>
                    </a:lnTo>
                    <a:lnTo>
                      <a:pt x="948267" y="1495940"/>
                    </a:lnTo>
                    <a:lnTo>
                      <a:pt x="406400" y="1495940"/>
                    </a:lnTo>
                    <a:lnTo>
                      <a:pt x="406400" y="1699140"/>
                    </a:lnTo>
                    <a:lnTo>
                      <a:pt x="0" y="849570"/>
                    </a:lnTo>
                    <a:close/>
                  </a:path>
                </a:pathLst>
              </a:custGeom>
              <a:gradFill rotWithShape="1">
                <a:gsLst>
                  <a:gs pos="0">
                    <a:srgbClr val="CDFFD8">
                      <a:alpha val="100000"/>
                    </a:srgbClr>
                  </a:gs>
                  <a:gs pos="100000">
                    <a:srgbClr val="94B9FF">
                      <a:alpha val="100000"/>
                    </a:srgbClr>
                  </a:gs>
                </a:gsLst>
                <a:lin ang="0"/>
              </a:gradFill>
            </p:spPr>
          </p:sp>
          <p:sp>
            <p:nvSpPr>
              <p:cNvPr id="10" name="TextBox 10"/>
              <p:cNvSpPr txBox="1"/>
              <p:nvPr/>
            </p:nvSpPr>
            <p:spPr>
              <a:xfrm>
                <a:off x="101600" y="146050"/>
                <a:ext cx="846667" cy="1349890"/>
              </a:xfrm>
              <a:prstGeom prst="rect">
                <a:avLst/>
              </a:prstGeom>
            </p:spPr>
            <p:txBody>
              <a:bodyPr lIns="50800" tIns="50800" rIns="50800" bIns="50800" rtlCol="0" anchor="ctr"/>
              <a:lstStyle/>
              <a:p>
                <a:pPr algn="ctr">
                  <a:lnSpc>
                    <a:spcPts val="2486"/>
                  </a:lnSpc>
                </a:pPr>
                <a:endParaRPr/>
              </a:p>
            </p:txBody>
          </p:sp>
        </p:grpSp>
        <p:grpSp>
          <p:nvGrpSpPr>
            <p:cNvPr id="11" name="Group 11"/>
            <p:cNvGrpSpPr/>
            <p:nvPr/>
          </p:nvGrpSpPr>
          <p:grpSpPr>
            <a:xfrm>
              <a:off x="2682040" y="2390174"/>
              <a:ext cx="4023060" cy="1814884"/>
              <a:chOff x="0" y="0"/>
              <a:chExt cx="812800" cy="366671"/>
            </a:xfrm>
          </p:grpSpPr>
          <p:sp>
            <p:nvSpPr>
              <p:cNvPr id="12" name="Freeform 12"/>
              <p:cNvSpPr/>
              <p:nvPr/>
            </p:nvSpPr>
            <p:spPr>
              <a:xfrm>
                <a:off x="0" y="0"/>
                <a:ext cx="812800" cy="366671"/>
              </a:xfrm>
              <a:custGeom>
                <a:avLst/>
                <a:gdLst/>
                <a:ahLst/>
                <a:cxnLst/>
                <a:rect l="l" t="t" r="r" b="b"/>
                <a:pathLst>
                  <a:path w="812800" h="366671">
                    <a:moveTo>
                      <a:pt x="609600" y="0"/>
                    </a:moveTo>
                    <a:lnTo>
                      <a:pt x="0" y="0"/>
                    </a:lnTo>
                    <a:lnTo>
                      <a:pt x="203200" y="366671"/>
                    </a:lnTo>
                    <a:lnTo>
                      <a:pt x="812800" y="366671"/>
                    </a:lnTo>
                    <a:lnTo>
                      <a:pt x="609600" y="0"/>
                    </a:lnTo>
                    <a:close/>
                  </a:path>
                </a:pathLst>
              </a:custGeom>
              <a:solidFill>
                <a:srgbClr val="144D5F"/>
              </a:solidFill>
            </p:spPr>
          </p:sp>
          <p:sp>
            <p:nvSpPr>
              <p:cNvPr id="13" name="TextBox 13"/>
              <p:cNvSpPr txBox="1"/>
              <p:nvPr/>
            </p:nvSpPr>
            <p:spPr>
              <a:xfrm>
                <a:off x="101600" y="-57150"/>
                <a:ext cx="609600" cy="423821"/>
              </a:xfrm>
              <a:prstGeom prst="rect">
                <a:avLst/>
              </a:prstGeom>
            </p:spPr>
            <p:txBody>
              <a:bodyPr lIns="50800" tIns="50800" rIns="50800" bIns="50800" rtlCol="0" anchor="ctr"/>
              <a:lstStyle/>
              <a:p>
                <a:pPr algn="ctr">
                  <a:lnSpc>
                    <a:spcPts val="2486"/>
                  </a:lnSpc>
                </a:pPr>
                <a:endParaRPr/>
              </a:p>
            </p:txBody>
          </p:sp>
        </p:grpSp>
        <p:grpSp>
          <p:nvGrpSpPr>
            <p:cNvPr id="14" name="Group 14"/>
            <p:cNvGrpSpPr/>
            <p:nvPr/>
          </p:nvGrpSpPr>
          <p:grpSpPr>
            <a:xfrm>
              <a:off x="0" y="500864"/>
              <a:ext cx="7716008" cy="2011530"/>
              <a:chOff x="0" y="0"/>
              <a:chExt cx="1558906" cy="406400"/>
            </a:xfrm>
          </p:grpSpPr>
          <p:sp>
            <p:nvSpPr>
              <p:cNvPr id="15" name="Freeform 15"/>
              <p:cNvSpPr/>
              <p:nvPr/>
            </p:nvSpPr>
            <p:spPr>
              <a:xfrm>
                <a:off x="0" y="0"/>
                <a:ext cx="1558906" cy="406400"/>
              </a:xfrm>
              <a:custGeom>
                <a:avLst/>
                <a:gdLst/>
                <a:ahLst/>
                <a:cxnLst/>
                <a:rect l="l" t="t" r="r" b="b"/>
                <a:pathLst>
                  <a:path w="1558906" h="406400">
                    <a:moveTo>
                      <a:pt x="1355706" y="0"/>
                    </a:moveTo>
                    <a:cubicBezTo>
                      <a:pt x="1467930" y="0"/>
                      <a:pt x="1558906" y="90976"/>
                      <a:pt x="1558906" y="203200"/>
                    </a:cubicBezTo>
                    <a:cubicBezTo>
                      <a:pt x="1558906" y="315424"/>
                      <a:pt x="1467930" y="406400"/>
                      <a:pt x="1355706" y="406400"/>
                    </a:cubicBezTo>
                    <a:lnTo>
                      <a:pt x="203200" y="406400"/>
                    </a:lnTo>
                    <a:cubicBezTo>
                      <a:pt x="90976" y="406400"/>
                      <a:pt x="0" y="315424"/>
                      <a:pt x="0" y="203200"/>
                    </a:cubicBezTo>
                    <a:cubicBezTo>
                      <a:pt x="0" y="90976"/>
                      <a:pt x="90976" y="0"/>
                      <a:pt x="203200" y="0"/>
                    </a:cubicBezTo>
                    <a:close/>
                  </a:path>
                </a:pathLst>
              </a:custGeom>
              <a:solidFill>
                <a:srgbClr val="46A0B1"/>
              </a:solidFill>
            </p:spPr>
          </p:sp>
          <p:sp>
            <p:nvSpPr>
              <p:cNvPr id="16" name="TextBox 16"/>
              <p:cNvSpPr txBox="1"/>
              <p:nvPr/>
            </p:nvSpPr>
            <p:spPr>
              <a:xfrm>
                <a:off x="0" y="-57150"/>
                <a:ext cx="1558906" cy="463550"/>
              </a:xfrm>
              <a:prstGeom prst="rect">
                <a:avLst/>
              </a:prstGeom>
            </p:spPr>
            <p:txBody>
              <a:bodyPr lIns="50800" tIns="50800" rIns="50800" bIns="50800" rtlCol="0" anchor="ctr"/>
              <a:lstStyle/>
              <a:p>
                <a:pPr algn="ctr">
                  <a:lnSpc>
                    <a:spcPts val="2486"/>
                  </a:lnSpc>
                </a:pPr>
                <a:endParaRPr/>
              </a:p>
            </p:txBody>
          </p:sp>
        </p:grpSp>
        <p:grpSp>
          <p:nvGrpSpPr>
            <p:cNvPr id="17" name="Group 17"/>
            <p:cNvGrpSpPr/>
            <p:nvPr/>
          </p:nvGrpSpPr>
          <p:grpSpPr>
            <a:xfrm>
              <a:off x="4693570" y="181997"/>
              <a:ext cx="4023060" cy="4023060"/>
              <a:chOff x="0" y="0"/>
              <a:chExt cx="812800" cy="812800"/>
            </a:xfrm>
          </p:grpSpPr>
          <p:sp>
            <p:nvSpPr>
              <p:cNvPr id="18" name="Freeform 18"/>
              <p:cNvSpPr/>
              <p:nvPr/>
            </p:nvSpPr>
            <p:spPr>
              <a:xfrm>
                <a:off x="0" y="0"/>
                <a:ext cx="812800" cy="812800"/>
              </a:xfrm>
              <a:custGeom>
                <a:avLst/>
                <a:gdLst/>
                <a:ahLst/>
                <a:cxnLst/>
                <a:rect l="l" t="t" r="r" b="b"/>
                <a:pathLst>
                  <a:path w="812800" h="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46A0B1"/>
              </a:solidFill>
            </p:spPr>
          </p:sp>
          <p:sp>
            <p:nvSpPr>
              <p:cNvPr id="19" name="TextBox 19"/>
              <p:cNvSpPr txBox="1"/>
              <p:nvPr/>
            </p:nvSpPr>
            <p:spPr>
              <a:xfrm>
                <a:off x="203200" y="-57150"/>
                <a:ext cx="406400" cy="768350"/>
              </a:xfrm>
              <a:prstGeom prst="rect">
                <a:avLst/>
              </a:prstGeom>
            </p:spPr>
            <p:txBody>
              <a:bodyPr lIns="50800" tIns="50800" rIns="50800" bIns="50800" rtlCol="0" anchor="ctr"/>
              <a:lstStyle/>
              <a:p>
                <a:pPr algn="ctr">
                  <a:lnSpc>
                    <a:spcPts val="2486"/>
                  </a:lnSpc>
                </a:pPr>
                <a:endParaRPr/>
              </a:p>
            </p:txBody>
          </p:sp>
        </p:grpSp>
        <p:grpSp>
          <p:nvGrpSpPr>
            <p:cNvPr id="20" name="Group 20"/>
            <p:cNvGrpSpPr/>
            <p:nvPr/>
          </p:nvGrpSpPr>
          <p:grpSpPr>
            <a:xfrm rot="-421994">
              <a:off x="1547198" y="1087681"/>
              <a:ext cx="3507933" cy="5261900"/>
              <a:chOff x="0" y="0"/>
              <a:chExt cx="406400" cy="609600"/>
            </a:xfrm>
          </p:grpSpPr>
          <p:sp>
            <p:nvSpPr>
              <p:cNvPr id="21" name="Freeform 21"/>
              <p:cNvSpPr/>
              <p:nvPr/>
            </p:nvSpPr>
            <p:spPr>
              <a:xfrm>
                <a:off x="0" y="0"/>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gradFill rotWithShape="1">
                <a:gsLst>
                  <a:gs pos="0">
                    <a:srgbClr val="CDFFD8">
                      <a:alpha val="60000"/>
                    </a:srgbClr>
                  </a:gs>
                  <a:gs pos="100000">
                    <a:srgbClr val="94B9FF">
                      <a:alpha val="60000"/>
                    </a:srgbClr>
                  </a:gs>
                </a:gsLst>
                <a:lin ang="0"/>
              </a:gradFill>
            </p:spPr>
          </p:sp>
          <p:sp>
            <p:nvSpPr>
              <p:cNvPr id="22" name="TextBox 22"/>
              <p:cNvSpPr txBox="1"/>
              <p:nvPr/>
            </p:nvSpPr>
            <p:spPr>
              <a:xfrm>
                <a:off x="101600" y="-57150"/>
                <a:ext cx="203200" cy="666750"/>
              </a:xfrm>
              <a:prstGeom prst="rect">
                <a:avLst/>
              </a:prstGeom>
            </p:spPr>
            <p:txBody>
              <a:bodyPr lIns="50800" tIns="50800" rIns="50800" bIns="50800" rtlCol="0" anchor="ctr"/>
              <a:lstStyle/>
              <a:p>
                <a:pPr algn="ctr">
                  <a:lnSpc>
                    <a:spcPts val="2486"/>
                  </a:lnSpc>
                </a:pPr>
                <a:endParaRPr/>
              </a:p>
            </p:txBody>
          </p:sp>
        </p:grpSp>
      </p:grpSp>
      <p:grpSp>
        <p:nvGrpSpPr>
          <p:cNvPr id="23" name="Group 23"/>
          <p:cNvGrpSpPr/>
          <p:nvPr/>
        </p:nvGrpSpPr>
        <p:grpSpPr>
          <a:xfrm>
            <a:off x="-1705191" y="6469644"/>
            <a:ext cx="5713901" cy="4834459"/>
            <a:chOff x="0" y="0"/>
            <a:chExt cx="7618535" cy="6445946"/>
          </a:xfrm>
        </p:grpSpPr>
        <p:grpSp>
          <p:nvGrpSpPr>
            <p:cNvPr id="24" name="Group 24"/>
            <p:cNvGrpSpPr/>
            <p:nvPr/>
          </p:nvGrpSpPr>
          <p:grpSpPr>
            <a:xfrm>
              <a:off x="0" y="0"/>
              <a:ext cx="3516247" cy="6084231"/>
              <a:chOff x="0" y="0"/>
              <a:chExt cx="812800" cy="1406404"/>
            </a:xfrm>
          </p:grpSpPr>
          <p:sp>
            <p:nvSpPr>
              <p:cNvPr id="25" name="Freeform 25"/>
              <p:cNvSpPr/>
              <p:nvPr/>
            </p:nvSpPr>
            <p:spPr>
              <a:xfrm>
                <a:off x="0" y="0"/>
                <a:ext cx="812800" cy="1406404"/>
              </a:xfrm>
              <a:custGeom>
                <a:avLst/>
                <a:gdLst/>
                <a:ahLst/>
                <a:cxnLst/>
                <a:rect l="l" t="t" r="r" b="b"/>
                <a:pathLst>
                  <a:path w="812800" h="1406404">
                    <a:moveTo>
                      <a:pt x="812800" y="703202"/>
                    </a:moveTo>
                    <a:lnTo>
                      <a:pt x="406400" y="0"/>
                    </a:lnTo>
                    <a:lnTo>
                      <a:pt x="406400" y="203200"/>
                    </a:lnTo>
                    <a:lnTo>
                      <a:pt x="0" y="203200"/>
                    </a:lnTo>
                    <a:lnTo>
                      <a:pt x="0" y="1203204"/>
                    </a:lnTo>
                    <a:lnTo>
                      <a:pt x="406400" y="1203204"/>
                    </a:lnTo>
                    <a:lnTo>
                      <a:pt x="406400" y="1406404"/>
                    </a:lnTo>
                    <a:lnTo>
                      <a:pt x="812800" y="703202"/>
                    </a:lnTo>
                    <a:close/>
                  </a:path>
                </a:pathLst>
              </a:custGeom>
              <a:gradFill rotWithShape="1">
                <a:gsLst>
                  <a:gs pos="0">
                    <a:srgbClr val="CDFFD8">
                      <a:alpha val="100000"/>
                    </a:srgbClr>
                  </a:gs>
                  <a:gs pos="100000">
                    <a:srgbClr val="94B9FF">
                      <a:alpha val="100000"/>
                    </a:srgbClr>
                  </a:gs>
                </a:gsLst>
                <a:lin ang="0"/>
              </a:gradFill>
            </p:spPr>
          </p:sp>
          <p:sp>
            <p:nvSpPr>
              <p:cNvPr id="26" name="TextBox 26"/>
              <p:cNvSpPr txBox="1"/>
              <p:nvPr/>
            </p:nvSpPr>
            <p:spPr>
              <a:xfrm>
                <a:off x="0" y="146050"/>
                <a:ext cx="711200" cy="1057154"/>
              </a:xfrm>
              <a:prstGeom prst="rect">
                <a:avLst/>
              </a:prstGeom>
            </p:spPr>
            <p:txBody>
              <a:bodyPr lIns="50800" tIns="50800" rIns="50800" bIns="50800" rtlCol="0" anchor="ctr"/>
              <a:lstStyle/>
              <a:p>
                <a:pPr algn="ctr">
                  <a:lnSpc>
                    <a:spcPts val="2486"/>
                  </a:lnSpc>
                </a:pPr>
                <a:endParaRPr/>
              </a:p>
            </p:txBody>
          </p:sp>
        </p:grpSp>
        <p:grpSp>
          <p:nvGrpSpPr>
            <p:cNvPr id="27" name="Group 27"/>
            <p:cNvGrpSpPr/>
            <p:nvPr/>
          </p:nvGrpSpPr>
          <p:grpSpPr>
            <a:xfrm>
              <a:off x="1758123" y="3007515"/>
              <a:ext cx="3516247" cy="2637185"/>
              <a:chOff x="0" y="0"/>
              <a:chExt cx="812800" cy="609600"/>
            </a:xfrm>
          </p:grpSpPr>
          <p:sp>
            <p:nvSpPr>
              <p:cNvPr id="28" name="Freeform 28"/>
              <p:cNvSpPr/>
              <p:nvPr/>
            </p:nvSpPr>
            <p:spPr>
              <a:xfrm>
                <a:off x="0" y="0"/>
                <a:ext cx="812800" cy="609600"/>
              </a:xfrm>
              <a:custGeom>
                <a:avLst/>
                <a:gdLst/>
                <a:ahLst/>
                <a:cxnLst/>
                <a:rect l="l" t="t" r="r" b="b"/>
                <a:pathLst>
                  <a:path w="812800" h="609600">
                    <a:moveTo>
                      <a:pt x="609600" y="0"/>
                    </a:moveTo>
                    <a:lnTo>
                      <a:pt x="0" y="0"/>
                    </a:lnTo>
                    <a:lnTo>
                      <a:pt x="203200" y="609600"/>
                    </a:lnTo>
                    <a:lnTo>
                      <a:pt x="812800" y="609600"/>
                    </a:lnTo>
                    <a:lnTo>
                      <a:pt x="609600" y="0"/>
                    </a:lnTo>
                    <a:close/>
                  </a:path>
                </a:pathLst>
              </a:custGeom>
              <a:solidFill>
                <a:srgbClr val="144D5F"/>
              </a:solidFill>
            </p:spPr>
          </p:sp>
          <p:sp>
            <p:nvSpPr>
              <p:cNvPr id="29" name="TextBox 29"/>
              <p:cNvSpPr txBox="1"/>
              <p:nvPr/>
            </p:nvSpPr>
            <p:spPr>
              <a:xfrm>
                <a:off x="101600" y="-57150"/>
                <a:ext cx="609600" cy="666750"/>
              </a:xfrm>
              <a:prstGeom prst="rect">
                <a:avLst/>
              </a:prstGeom>
            </p:spPr>
            <p:txBody>
              <a:bodyPr lIns="50800" tIns="50800" rIns="50800" bIns="50800" rtlCol="0" anchor="ctr"/>
              <a:lstStyle/>
              <a:p>
                <a:pPr algn="ctr">
                  <a:lnSpc>
                    <a:spcPts val="2486"/>
                  </a:lnSpc>
                </a:pPr>
                <a:endParaRPr/>
              </a:p>
            </p:txBody>
          </p:sp>
        </p:grpSp>
        <p:grpSp>
          <p:nvGrpSpPr>
            <p:cNvPr id="30" name="Group 30"/>
            <p:cNvGrpSpPr/>
            <p:nvPr/>
          </p:nvGrpSpPr>
          <p:grpSpPr>
            <a:xfrm>
              <a:off x="435526" y="4326107"/>
              <a:ext cx="7183009" cy="1758123"/>
              <a:chOff x="0" y="0"/>
              <a:chExt cx="1660392" cy="406400"/>
            </a:xfrm>
          </p:grpSpPr>
          <p:sp>
            <p:nvSpPr>
              <p:cNvPr id="31" name="Freeform 31"/>
              <p:cNvSpPr/>
              <p:nvPr/>
            </p:nvSpPr>
            <p:spPr>
              <a:xfrm>
                <a:off x="0" y="0"/>
                <a:ext cx="1660392" cy="406400"/>
              </a:xfrm>
              <a:custGeom>
                <a:avLst/>
                <a:gdLst/>
                <a:ahLst/>
                <a:cxnLst/>
                <a:rect l="l" t="t" r="r" b="b"/>
                <a:pathLst>
                  <a:path w="1660392" h="406400">
                    <a:moveTo>
                      <a:pt x="1457192" y="0"/>
                    </a:moveTo>
                    <a:cubicBezTo>
                      <a:pt x="1569417" y="0"/>
                      <a:pt x="1660392" y="90976"/>
                      <a:pt x="1660392" y="203200"/>
                    </a:cubicBezTo>
                    <a:cubicBezTo>
                      <a:pt x="1660392" y="315424"/>
                      <a:pt x="1569417" y="406400"/>
                      <a:pt x="1457192" y="406400"/>
                    </a:cubicBezTo>
                    <a:lnTo>
                      <a:pt x="203200" y="406400"/>
                    </a:lnTo>
                    <a:cubicBezTo>
                      <a:pt x="90976" y="406400"/>
                      <a:pt x="0" y="315424"/>
                      <a:pt x="0" y="203200"/>
                    </a:cubicBezTo>
                    <a:cubicBezTo>
                      <a:pt x="0" y="90976"/>
                      <a:pt x="90976" y="0"/>
                      <a:pt x="203200" y="0"/>
                    </a:cubicBezTo>
                    <a:close/>
                  </a:path>
                </a:pathLst>
              </a:custGeom>
              <a:solidFill>
                <a:srgbClr val="46A0B1"/>
              </a:solidFill>
            </p:spPr>
          </p:sp>
          <p:sp>
            <p:nvSpPr>
              <p:cNvPr id="32" name="TextBox 32"/>
              <p:cNvSpPr txBox="1"/>
              <p:nvPr/>
            </p:nvSpPr>
            <p:spPr>
              <a:xfrm>
                <a:off x="0" y="-57150"/>
                <a:ext cx="1660392" cy="463550"/>
              </a:xfrm>
              <a:prstGeom prst="rect">
                <a:avLst/>
              </a:prstGeom>
            </p:spPr>
            <p:txBody>
              <a:bodyPr lIns="50800" tIns="50800" rIns="50800" bIns="50800" rtlCol="0" anchor="ctr"/>
              <a:lstStyle/>
              <a:p>
                <a:pPr algn="ctr">
                  <a:lnSpc>
                    <a:spcPts val="2486"/>
                  </a:lnSpc>
                </a:pPr>
                <a:endParaRPr/>
              </a:p>
            </p:txBody>
          </p:sp>
        </p:grpSp>
        <p:grpSp>
          <p:nvGrpSpPr>
            <p:cNvPr id="33" name="Group 33"/>
            <p:cNvGrpSpPr/>
            <p:nvPr/>
          </p:nvGrpSpPr>
          <p:grpSpPr>
            <a:xfrm>
              <a:off x="0" y="2929699"/>
              <a:ext cx="3516247" cy="3516247"/>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lnTo>
                      <a:pt x="0" y="406400"/>
                    </a:lnTo>
                    <a:lnTo>
                      <a:pt x="203200" y="406400"/>
                    </a:lnTo>
                    <a:lnTo>
                      <a:pt x="203200" y="812800"/>
                    </a:lnTo>
                    <a:lnTo>
                      <a:pt x="609600" y="812800"/>
                    </a:lnTo>
                    <a:lnTo>
                      <a:pt x="609600" y="406400"/>
                    </a:lnTo>
                    <a:lnTo>
                      <a:pt x="812800" y="406400"/>
                    </a:lnTo>
                    <a:lnTo>
                      <a:pt x="406400" y="0"/>
                    </a:lnTo>
                    <a:close/>
                  </a:path>
                </a:pathLst>
              </a:custGeom>
              <a:solidFill>
                <a:srgbClr val="46A0B1"/>
              </a:solidFill>
            </p:spPr>
          </p:sp>
          <p:sp>
            <p:nvSpPr>
              <p:cNvPr id="35" name="TextBox 35"/>
              <p:cNvSpPr txBox="1"/>
              <p:nvPr/>
            </p:nvSpPr>
            <p:spPr>
              <a:xfrm>
                <a:off x="203200" y="44450"/>
                <a:ext cx="406400" cy="768350"/>
              </a:xfrm>
              <a:prstGeom prst="rect">
                <a:avLst/>
              </a:prstGeom>
            </p:spPr>
            <p:txBody>
              <a:bodyPr lIns="50800" tIns="50800" rIns="50800" bIns="50800" rtlCol="0" anchor="ctr"/>
              <a:lstStyle/>
              <a:p>
                <a:pPr algn="ctr">
                  <a:lnSpc>
                    <a:spcPts val="2486"/>
                  </a:lnSpc>
                </a:pPr>
                <a:endParaRPr/>
              </a:p>
            </p:txBody>
          </p:sp>
        </p:grpSp>
        <p:grpSp>
          <p:nvGrpSpPr>
            <p:cNvPr id="36" name="Group 36"/>
            <p:cNvGrpSpPr/>
            <p:nvPr/>
          </p:nvGrpSpPr>
          <p:grpSpPr>
            <a:xfrm rot="-729709">
              <a:off x="3337933" y="1236507"/>
              <a:ext cx="3066014" cy="4599021"/>
              <a:chOff x="0" y="0"/>
              <a:chExt cx="406400" cy="609600"/>
            </a:xfrm>
          </p:grpSpPr>
          <p:sp>
            <p:nvSpPr>
              <p:cNvPr id="37" name="Freeform 37"/>
              <p:cNvSpPr/>
              <p:nvPr/>
            </p:nvSpPr>
            <p:spPr>
              <a:xfrm>
                <a:off x="0" y="0"/>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gradFill rotWithShape="1">
                <a:gsLst>
                  <a:gs pos="0">
                    <a:srgbClr val="CDFFD8">
                      <a:alpha val="60000"/>
                    </a:srgbClr>
                  </a:gs>
                  <a:gs pos="100000">
                    <a:srgbClr val="94B9FF">
                      <a:alpha val="60000"/>
                    </a:srgbClr>
                  </a:gs>
                </a:gsLst>
                <a:lin ang="0"/>
              </a:gradFill>
            </p:spPr>
          </p:sp>
          <p:sp>
            <p:nvSpPr>
              <p:cNvPr id="38" name="TextBox 38"/>
              <p:cNvSpPr txBox="1"/>
              <p:nvPr/>
            </p:nvSpPr>
            <p:spPr>
              <a:xfrm>
                <a:off x="101600" y="-57150"/>
                <a:ext cx="203200" cy="666750"/>
              </a:xfrm>
              <a:prstGeom prst="rect">
                <a:avLst/>
              </a:prstGeom>
            </p:spPr>
            <p:txBody>
              <a:bodyPr lIns="50800" tIns="50800" rIns="50800" bIns="50800" rtlCol="0" anchor="ctr"/>
              <a:lstStyle/>
              <a:p>
                <a:pPr algn="ctr">
                  <a:lnSpc>
                    <a:spcPts val="2486"/>
                  </a:lnSpc>
                </a:pPr>
                <a:endParaRPr/>
              </a:p>
            </p:txBody>
          </p:sp>
        </p:grpSp>
      </p:grpSp>
      <p:sp>
        <p:nvSpPr>
          <p:cNvPr id="39" name="Freeform 39"/>
          <p:cNvSpPr/>
          <p:nvPr/>
        </p:nvSpPr>
        <p:spPr>
          <a:xfrm>
            <a:off x="6905327" y="3094201"/>
            <a:ext cx="4477346" cy="1119337"/>
          </a:xfrm>
          <a:custGeom>
            <a:avLst/>
            <a:gdLst/>
            <a:ahLst/>
            <a:cxnLst/>
            <a:rect l="l" t="t" r="r" b="b"/>
            <a:pathLst>
              <a:path w="4477346" h="1119337">
                <a:moveTo>
                  <a:pt x="0" y="0"/>
                </a:moveTo>
                <a:lnTo>
                  <a:pt x="4477346" y="0"/>
                </a:lnTo>
                <a:lnTo>
                  <a:pt x="4477346" y="1119337"/>
                </a:lnTo>
                <a:lnTo>
                  <a:pt x="0" y="1119337"/>
                </a:lnTo>
                <a:lnTo>
                  <a:pt x="0" y="0"/>
                </a:lnTo>
                <a:close/>
              </a:path>
            </a:pathLst>
          </a:custGeom>
          <a:blipFill>
            <a:blip r:embed="rId6"/>
            <a:stretch>
              <a:fillRect/>
            </a:stretch>
          </a:blipFill>
        </p:spPr>
      </p:sp>
      <p:sp>
        <p:nvSpPr>
          <p:cNvPr id="40" name="AutoShape 40"/>
          <p:cNvSpPr/>
          <p:nvPr/>
        </p:nvSpPr>
        <p:spPr>
          <a:xfrm flipV="1">
            <a:off x="3948105" y="6185478"/>
            <a:ext cx="10356508" cy="19050"/>
          </a:xfrm>
          <a:prstGeom prst="line">
            <a:avLst/>
          </a:prstGeom>
          <a:ln w="38100" cap="flat">
            <a:solidFill>
              <a:srgbClr val="FFFFFF"/>
            </a:solidFill>
            <a:prstDash val="solid"/>
            <a:headEnd type="arrow" w="med" len="sm"/>
            <a:tailEnd type="arrow" w="med" len="sm"/>
          </a:ln>
        </p:spPr>
      </p:sp>
      <p:sp>
        <p:nvSpPr>
          <p:cNvPr id="41" name="TextBox 41"/>
          <p:cNvSpPr txBox="1"/>
          <p:nvPr/>
        </p:nvSpPr>
        <p:spPr>
          <a:xfrm>
            <a:off x="3948070" y="4395793"/>
            <a:ext cx="10391860" cy="1657340"/>
          </a:xfrm>
          <a:prstGeom prst="rect">
            <a:avLst/>
          </a:prstGeom>
        </p:spPr>
        <p:txBody>
          <a:bodyPr lIns="0" tIns="0" rIns="0" bIns="0" rtlCol="0" anchor="t">
            <a:spAutoFit/>
          </a:bodyPr>
          <a:lstStyle/>
          <a:p>
            <a:pPr algn="ctr">
              <a:lnSpc>
                <a:spcPts val="12599"/>
              </a:lnSpc>
            </a:pPr>
            <a:r>
              <a:rPr lang="en-US" sz="11999" spc="239">
                <a:solidFill>
                  <a:srgbClr val="FEFEFF"/>
                </a:solidFill>
                <a:latin typeface="Norwester"/>
                <a:ea typeface="Norwester"/>
                <a:cs typeface="Norwester"/>
                <a:sym typeface="Norwester"/>
              </a:rPr>
              <a:t>UI/UX DESING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2940"/>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15000"/>
            </a:blip>
            <a:stretch>
              <a:fillRect/>
            </a:stretch>
          </a:blipFill>
        </p:spPr>
      </p:sp>
      <p:grpSp>
        <p:nvGrpSpPr>
          <p:cNvPr id="3" name="Group 3"/>
          <p:cNvGrpSpPr/>
          <p:nvPr/>
        </p:nvGrpSpPr>
        <p:grpSpPr>
          <a:xfrm>
            <a:off x="7510084" y="732996"/>
            <a:ext cx="3267833" cy="591408"/>
            <a:chOff x="0" y="0"/>
            <a:chExt cx="4357110" cy="788544"/>
          </a:xfrm>
        </p:grpSpPr>
        <p:sp>
          <p:nvSpPr>
            <p:cNvPr id="4" name="Freeform 4"/>
            <p:cNvSpPr/>
            <p:nvPr/>
          </p:nvSpPr>
          <p:spPr>
            <a:xfrm>
              <a:off x="0" y="0"/>
              <a:ext cx="732988" cy="732988"/>
            </a:xfrm>
            <a:custGeom>
              <a:avLst/>
              <a:gdLst/>
              <a:ahLst/>
              <a:cxnLst/>
              <a:rect l="l" t="t" r="r" b="b"/>
              <a:pathLst>
                <a:path w="732988" h="732988">
                  <a:moveTo>
                    <a:pt x="0" y="0"/>
                  </a:moveTo>
                  <a:lnTo>
                    <a:pt x="732988" y="0"/>
                  </a:lnTo>
                  <a:lnTo>
                    <a:pt x="732988" y="732988"/>
                  </a:lnTo>
                  <a:lnTo>
                    <a:pt x="0" y="732988"/>
                  </a:lnTo>
                  <a:lnTo>
                    <a:pt x="0" y="0"/>
                  </a:lnTo>
                  <a:close/>
                </a:path>
              </a:pathLst>
            </a:custGeom>
            <a:blipFill>
              <a:blip r:embed="rId3"/>
              <a:stretch>
                <a:fillRect/>
              </a:stretch>
            </a:blipFill>
          </p:spPr>
        </p:sp>
        <p:sp>
          <p:nvSpPr>
            <p:cNvPr id="5" name="Freeform 5"/>
            <p:cNvSpPr/>
            <p:nvPr/>
          </p:nvSpPr>
          <p:spPr>
            <a:xfrm>
              <a:off x="935429" y="0"/>
              <a:ext cx="732988" cy="732988"/>
            </a:xfrm>
            <a:custGeom>
              <a:avLst/>
              <a:gdLst/>
              <a:ahLst/>
              <a:cxnLst/>
              <a:rect l="l" t="t" r="r" b="b"/>
              <a:pathLst>
                <a:path w="732988" h="732988">
                  <a:moveTo>
                    <a:pt x="0" y="0"/>
                  </a:moveTo>
                  <a:lnTo>
                    <a:pt x="732988" y="0"/>
                  </a:lnTo>
                  <a:lnTo>
                    <a:pt x="732988" y="732988"/>
                  </a:lnTo>
                  <a:lnTo>
                    <a:pt x="0" y="732988"/>
                  </a:lnTo>
                  <a:lnTo>
                    <a:pt x="0" y="0"/>
                  </a:lnTo>
                  <a:close/>
                </a:path>
              </a:pathLst>
            </a:custGeom>
            <a:blipFill>
              <a:blip r:embed="rId4"/>
              <a:stretch>
                <a:fillRect/>
              </a:stretch>
            </a:blipFill>
          </p:spPr>
        </p:sp>
        <p:sp>
          <p:nvSpPr>
            <p:cNvPr id="6" name="Freeform 6"/>
            <p:cNvSpPr/>
            <p:nvPr/>
          </p:nvSpPr>
          <p:spPr>
            <a:xfrm>
              <a:off x="1872405" y="55556"/>
              <a:ext cx="2484706" cy="732988"/>
            </a:xfrm>
            <a:custGeom>
              <a:avLst/>
              <a:gdLst/>
              <a:ahLst/>
              <a:cxnLst/>
              <a:rect l="l" t="t" r="r" b="b"/>
              <a:pathLst>
                <a:path w="2484706" h="732988">
                  <a:moveTo>
                    <a:pt x="0" y="0"/>
                  </a:moveTo>
                  <a:lnTo>
                    <a:pt x="2484705" y="0"/>
                  </a:lnTo>
                  <a:lnTo>
                    <a:pt x="2484705" y="732988"/>
                  </a:lnTo>
                  <a:lnTo>
                    <a:pt x="0" y="732988"/>
                  </a:lnTo>
                  <a:lnTo>
                    <a:pt x="0" y="0"/>
                  </a:lnTo>
                  <a:close/>
                </a:path>
              </a:pathLst>
            </a:custGeom>
            <a:blipFill>
              <a:blip r:embed="rId5"/>
              <a:stretch>
                <a:fillRect/>
              </a:stretch>
            </a:blipFill>
          </p:spPr>
        </p:sp>
      </p:grpSp>
      <p:grpSp>
        <p:nvGrpSpPr>
          <p:cNvPr id="7" name="Group 7"/>
          <p:cNvGrpSpPr/>
          <p:nvPr/>
        </p:nvGrpSpPr>
        <p:grpSpPr>
          <a:xfrm>
            <a:off x="13819395" y="-1307921"/>
            <a:ext cx="7040355" cy="6307586"/>
            <a:chOff x="0" y="0"/>
            <a:chExt cx="9387141" cy="8410115"/>
          </a:xfrm>
        </p:grpSpPr>
        <p:grpSp>
          <p:nvGrpSpPr>
            <p:cNvPr id="8" name="Group 8"/>
            <p:cNvGrpSpPr/>
            <p:nvPr/>
          </p:nvGrpSpPr>
          <p:grpSpPr>
            <a:xfrm>
              <a:off x="4693570" y="0"/>
              <a:ext cx="4693570" cy="8410115"/>
              <a:chOff x="0" y="0"/>
              <a:chExt cx="948267" cy="1699140"/>
            </a:xfrm>
          </p:grpSpPr>
          <p:sp>
            <p:nvSpPr>
              <p:cNvPr id="9" name="Freeform 9"/>
              <p:cNvSpPr/>
              <p:nvPr/>
            </p:nvSpPr>
            <p:spPr>
              <a:xfrm>
                <a:off x="0" y="0"/>
                <a:ext cx="948267" cy="1699140"/>
              </a:xfrm>
              <a:custGeom>
                <a:avLst/>
                <a:gdLst/>
                <a:ahLst/>
                <a:cxnLst/>
                <a:rect l="l" t="t" r="r" b="b"/>
                <a:pathLst>
                  <a:path w="948267" h="1699140">
                    <a:moveTo>
                      <a:pt x="0" y="849570"/>
                    </a:moveTo>
                    <a:lnTo>
                      <a:pt x="406400" y="0"/>
                    </a:lnTo>
                    <a:lnTo>
                      <a:pt x="406400" y="203200"/>
                    </a:lnTo>
                    <a:lnTo>
                      <a:pt x="948267" y="203200"/>
                    </a:lnTo>
                    <a:lnTo>
                      <a:pt x="948267" y="1495940"/>
                    </a:lnTo>
                    <a:lnTo>
                      <a:pt x="406400" y="1495940"/>
                    </a:lnTo>
                    <a:lnTo>
                      <a:pt x="406400" y="1699140"/>
                    </a:lnTo>
                    <a:lnTo>
                      <a:pt x="0" y="849570"/>
                    </a:lnTo>
                    <a:close/>
                  </a:path>
                </a:pathLst>
              </a:custGeom>
              <a:gradFill rotWithShape="1">
                <a:gsLst>
                  <a:gs pos="0">
                    <a:srgbClr val="CDFFD8">
                      <a:alpha val="100000"/>
                    </a:srgbClr>
                  </a:gs>
                  <a:gs pos="100000">
                    <a:srgbClr val="94B9FF">
                      <a:alpha val="100000"/>
                    </a:srgbClr>
                  </a:gs>
                </a:gsLst>
                <a:lin ang="0"/>
              </a:gradFill>
            </p:spPr>
          </p:sp>
          <p:sp>
            <p:nvSpPr>
              <p:cNvPr id="10" name="TextBox 10"/>
              <p:cNvSpPr txBox="1"/>
              <p:nvPr/>
            </p:nvSpPr>
            <p:spPr>
              <a:xfrm>
                <a:off x="101600" y="146050"/>
                <a:ext cx="846667" cy="1349890"/>
              </a:xfrm>
              <a:prstGeom prst="rect">
                <a:avLst/>
              </a:prstGeom>
            </p:spPr>
            <p:txBody>
              <a:bodyPr lIns="50800" tIns="50800" rIns="50800" bIns="50800" rtlCol="0" anchor="ctr"/>
              <a:lstStyle/>
              <a:p>
                <a:pPr algn="ctr">
                  <a:lnSpc>
                    <a:spcPts val="2486"/>
                  </a:lnSpc>
                </a:pPr>
                <a:endParaRPr/>
              </a:p>
            </p:txBody>
          </p:sp>
        </p:grpSp>
        <p:grpSp>
          <p:nvGrpSpPr>
            <p:cNvPr id="11" name="Group 11"/>
            <p:cNvGrpSpPr/>
            <p:nvPr/>
          </p:nvGrpSpPr>
          <p:grpSpPr>
            <a:xfrm>
              <a:off x="2682040" y="2390174"/>
              <a:ext cx="4023060" cy="1814884"/>
              <a:chOff x="0" y="0"/>
              <a:chExt cx="812800" cy="366671"/>
            </a:xfrm>
          </p:grpSpPr>
          <p:sp>
            <p:nvSpPr>
              <p:cNvPr id="12" name="Freeform 12"/>
              <p:cNvSpPr/>
              <p:nvPr/>
            </p:nvSpPr>
            <p:spPr>
              <a:xfrm>
                <a:off x="0" y="0"/>
                <a:ext cx="812800" cy="366671"/>
              </a:xfrm>
              <a:custGeom>
                <a:avLst/>
                <a:gdLst/>
                <a:ahLst/>
                <a:cxnLst/>
                <a:rect l="l" t="t" r="r" b="b"/>
                <a:pathLst>
                  <a:path w="812800" h="366671">
                    <a:moveTo>
                      <a:pt x="609600" y="0"/>
                    </a:moveTo>
                    <a:lnTo>
                      <a:pt x="0" y="0"/>
                    </a:lnTo>
                    <a:lnTo>
                      <a:pt x="203200" y="366671"/>
                    </a:lnTo>
                    <a:lnTo>
                      <a:pt x="812800" y="366671"/>
                    </a:lnTo>
                    <a:lnTo>
                      <a:pt x="609600" y="0"/>
                    </a:lnTo>
                    <a:close/>
                  </a:path>
                </a:pathLst>
              </a:custGeom>
              <a:solidFill>
                <a:srgbClr val="144D5F"/>
              </a:solidFill>
            </p:spPr>
          </p:sp>
          <p:sp>
            <p:nvSpPr>
              <p:cNvPr id="13" name="TextBox 13"/>
              <p:cNvSpPr txBox="1"/>
              <p:nvPr/>
            </p:nvSpPr>
            <p:spPr>
              <a:xfrm>
                <a:off x="101600" y="-57150"/>
                <a:ext cx="609600" cy="423821"/>
              </a:xfrm>
              <a:prstGeom prst="rect">
                <a:avLst/>
              </a:prstGeom>
            </p:spPr>
            <p:txBody>
              <a:bodyPr lIns="50800" tIns="50800" rIns="50800" bIns="50800" rtlCol="0" anchor="ctr"/>
              <a:lstStyle/>
              <a:p>
                <a:pPr algn="ctr">
                  <a:lnSpc>
                    <a:spcPts val="2486"/>
                  </a:lnSpc>
                </a:pPr>
                <a:endParaRPr/>
              </a:p>
            </p:txBody>
          </p:sp>
        </p:grpSp>
        <p:grpSp>
          <p:nvGrpSpPr>
            <p:cNvPr id="14" name="Group 14"/>
            <p:cNvGrpSpPr/>
            <p:nvPr/>
          </p:nvGrpSpPr>
          <p:grpSpPr>
            <a:xfrm>
              <a:off x="0" y="500864"/>
              <a:ext cx="7716008" cy="2011530"/>
              <a:chOff x="0" y="0"/>
              <a:chExt cx="1558906" cy="406400"/>
            </a:xfrm>
          </p:grpSpPr>
          <p:sp>
            <p:nvSpPr>
              <p:cNvPr id="15" name="Freeform 15"/>
              <p:cNvSpPr/>
              <p:nvPr/>
            </p:nvSpPr>
            <p:spPr>
              <a:xfrm>
                <a:off x="0" y="0"/>
                <a:ext cx="1558906" cy="406400"/>
              </a:xfrm>
              <a:custGeom>
                <a:avLst/>
                <a:gdLst/>
                <a:ahLst/>
                <a:cxnLst/>
                <a:rect l="l" t="t" r="r" b="b"/>
                <a:pathLst>
                  <a:path w="1558906" h="406400">
                    <a:moveTo>
                      <a:pt x="1355706" y="0"/>
                    </a:moveTo>
                    <a:cubicBezTo>
                      <a:pt x="1467930" y="0"/>
                      <a:pt x="1558906" y="90976"/>
                      <a:pt x="1558906" y="203200"/>
                    </a:cubicBezTo>
                    <a:cubicBezTo>
                      <a:pt x="1558906" y="315424"/>
                      <a:pt x="1467930" y="406400"/>
                      <a:pt x="1355706" y="406400"/>
                    </a:cubicBezTo>
                    <a:lnTo>
                      <a:pt x="203200" y="406400"/>
                    </a:lnTo>
                    <a:cubicBezTo>
                      <a:pt x="90976" y="406400"/>
                      <a:pt x="0" y="315424"/>
                      <a:pt x="0" y="203200"/>
                    </a:cubicBezTo>
                    <a:cubicBezTo>
                      <a:pt x="0" y="90976"/>
                      <a:pt x="90976" y="0"/>
                      <a:pt x="203200" y="0"/>
                    </a:cubicBezTo>
                    <a:close/>
                  </a:path>
                </a:pathLst>
              </a:custGeom>
              <a:solidFill>
                <a:srgbClr val="46A0B1"/>
              </a:solidFill>
            </p:spPr>
          </p:sp>
          <p:sp>
            <p:nvSpPr>
              <p:cNvPr id="16" name="TextBox 16"/>
              <p:cNvSpPr txBox="1"/>
              <p:nvPr/>
            </p:nvSpPr>
            <p:spPr>
              <a:xfrm>
                <a:off x="0" y="-57150"/>
                <a:ext cx="1558906" cy="463550"/>
              </a:xfrm>
              <a:prstGeom prst="rect">
                <a:avLst/>
              </a:prstGeom>
            </p:spPr>
            <p:txBody>
              <a:bodyPr lIns="50800" tIns="50800" rIns="50800" bIns="50800" rtlCol="0" anchor="ctr"/>
              <a:lstStyle/>
              <a:p>
                <a:pPr algn="ctr">
                  <a:lnSpc>
                    <a:spcPts val="2486"/>
                  </a:lnSpc>
                </a:pPr>
                <a:endParaRPr/>
              </a:p>
            </p:txBody>
          </p:sp>
        </p:grpSp>
        <p:grpSp>
          <p:nvGrpSpPr>
            <p:cNvPr id="17" name="Group 17"/>
            <p:cNvGrpSpPr/>
            <p:nvPr/>
          </p:nvGrpSpPr>
          <p:grpSpPr>
            <a:xfrm>
              <a:off x="4693570" y="181997"/>
              <a:ext cx="4023060" cy="4023060"/>
              <a:chOff x="0" y="0"/>
              <a:chExt cx="812800" cy="812800"/>
            </a:xfrm>
          </p:grpSpPr>
          <p:sp>
            <p:nvSpPr>
              <p:cNvPr id="18" name="Freeform 18"/>
              <p:cNvSpPr/>
              <p:nvPr/>
            </p:nvSpPr>
            <p:spPr>
              <a:xfrm>
                <a:off x="0" y="0"/>
                <a:ext cx="812800" cy="812800"/>
              </a:xfrm>
              <a:custGeom>
                <a:avLst/>
                <a:gdLst/>
                <a:ahLst/>
                <a:cxnLst/>
                <a:rect l="l" t="t" r="r" b="b"/>
                <a:pathLst>
                  <a:path w="812800" h="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46A0B1"/>
              </a:solidFill>
            </p:spPr>
          </p:sp>
          <p:sp>
            <p:nvSpPr>
              <p:cNvPr id="19" name="TextBox 19"/>
              <p:cNvSpPr txBox="1"/>
              <p:nvPr/>
            </p:nvSpPr>
            <p:spPr>
              <a:xfrm>
                <a:off x="203200" y="-57150"/>
                <a:ext cx="406400" cy="768350"/>
              </a:xfrm>
              <a:prstGeom prst="rect">
                <a:avLst/>
              </a:prstGeom>
            </p:spPr>
            <p:txBody>
              <a:bodyPr lIns="50800" tIns="50800" rIns="50800" bIns="50800" rtlCol="0" anchor="ctr"/>
              <a:lstStyle/>
              <a:p>
                <a:pPr algn="ctr">
                  <a:lnSpc>
                    <a:spcPts val="2486"/>
                  </a:lnSpc>
                </a:pPr>
                <a:endParaRPr/>
              </a:p>
            </p:txBody>
          </p:sp>
        </p:grpSp>
        <p:grpSp>
          <p:nvGrpSpPr>
            <p:cNvPr id="20" name="Group 20"/>
            <p:cNvGrpSpPr/>
            <p:nvPr/>
          </p:nvGrpSpPr>
          <p:grpSpPr>
            <a:xfrm rot="-421994">
              <a:off x="1547198" y="1087681"/>
              <a:ext cx="3507933" cy="5261900"/>
              <a:chOff x="0" y="0"/>
              <a:chExt cx="406400" cy="609600"/>
            </a:xfrm>
          </p:grpSpPr>
          <p:sp>
            <p:nvSpPr>
              <p:cNvPr id="21" name="Freeform 21"/>
              <p:cNvSpPr/>
              <p:nvPr/>
            </p:nvSpPr>
            <p:spPr>
              <a:xfrm>
                <a:off x="0" y="0"/>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gradFill rotWithShape="1">
                <a:gsLst>
                  <a:gs pos="0">
                    <a:srgbClr val="CDFFD8">
                      <a:alpha val="60000"/>
                    </a:srgbClr>
                  </a:gs>
                  <a:gs pos="100000">
                    <a:srgbClr val="94B9FF">
                      <a:alpha val="60000"/>
                    </a:srgbClr>
                  </a:gs>
                </a:gsLst>
                <a:lin ang="0"/>
              </a:gradFill>
            </p:spPr>
          </p:sp>
          <p:sp>
            <p:nvSpPr>
              <p:cNvPr id="22" name="TextBox 22"/>
              <p:cNvSpPr txBox="1"/>
              <p:nvPr/>
            </p:nvSpPr>
            <p:spPr>
              <a:xfrm>
                <a:off x="101600" y="-57150"/>
                <a:ext cx="203200" cy="666750"/>
              </a:xfrm>
              <a:prstGeom prst="rect">
                <a:avLst/>
              </a:prstGeom>
            </p:spPr>
            <p:txBody>
              <a:bodyPr lIns="50800" tIns="50800" rIns="50800" bIns="50800" rtlCol="0" anchor="ctr"/>
              <a:lstStyle/>
              <a:p>
                <a:pPr algn="ctr">
                  <a:lnSpc>
                    <a:spcPts val="2486"/>
                  </a:lnSpc>
                </a:pPr>
                <a:endParaRPr/>
              </a:p>
            </p:txBody>
          </p:sp>
        </p:grpSp>
      </p:grpSp>
      <p:grpSp>
        <p:nvGrpSpPr>
          <p:cNvPr id="23" name="Group 23"/>
          <p:cNvGrpSpPr/>
          <p:nvPr/>
        </p:nvGrpSpPr>
        <p:grpSpPr>
          <a:xfrm>
            <a:off x="-1705191" y="6469644"/>
            <a:ext cx="5713901" cy="4834459"/>
            <a:chOff x="0" y="0"/>
            <a:chExt cx="7618535" cy="6445946"/>
          </a:xfrm>
        </p:grpSpPr>
        <p:grpSp>
          <p:nvGrpSpPr>
            <p:cNvPr id="24" name="Group 24"/>
            <p:cNvGrpSpPr/>
            <p:nvPr/>
          </p:nvGrpSpPr>
          <p:grpSpPr>
            <a:xfrm>
              <a:off x="0" y="0"/>
              <a:ext cx="3516247" cy="6084231"/>
              <a:chOff x="0" y="0"/>
              <a:chExt cx="812800" cy="1406404"/>
            </a:xfrm>
          </p:grpSpPr>
          <p:sp>
            <p:nvSpPr>
              <p:cNvPr id="25" name="Freeform 25"/>
              <p:cNvSpPr/>
              <p:nvPr/>
            </p:nvSpPr>
            <p:spPr>
              <a:xfrm>
                <a:off x="0" y="0"/>
                <a:ext cx="812800" cy="1406404"/>
              </a:xfrm>
              <a:custGeom>
                <a:avLst/>
                <a:gdLst/>
                <a:ahLst/>
                <a:cxnLst/>
                <a:rect l="l" t="t" r="r" b="b"/>
                <a:pathLst>
                  <a:path w="812800" h="1406404">
                    <a:moveTo>
                      <a:pt x="812800" y="703202"/>
                    </a:moveTo>
                    <a:lnTo>
                      <a:pt x="406400" y="0"/>
                    </a:lnTo>
                    <a:lnTo>
                      <a:pt x="406400" y="203200"/>
                    </a:lnTo>
                    <a:lnTo>
                      <a:pt x="0" y="203200"/>
                    </a:lnTo>
                    <a:lnTo>
                      <a:pt x="0" y="1203204"/>
                    </a:lnTo>
                    <a:lnTo>
                      <a:pt x="406400" y="1203204"/>
                    </a:lnTo>
                    <a:lnTo>
                      <a:pt x="406400" y="1406404"/>
                    </a:lnTo>
                    <a:lnTo>
                      <a:pt x="812800" y="703202"/>
                    </a:lnTo>
                    <a:close/>
                  </a:path>
                </a:pathLst>
              </a:custGeom>
              <a:gradFill rotWithShape="1">
                <a:gsLst>
                  <a:gs pos="0">
                    <a:srgbClr val="CDFFD8">
                      <a:alpha val="100000"/>
                    </a:srgbClr>
                  </a:gs>
                  <a:gs pos="100000">
                    <a:srgbClr val="94B9FF">
                      <a:alpha val="100000"/>
                    </a:srgbClr>
                  </a:gs>
                </a:gsLst>
                <a:lin ang="0"/>
              </a:gradFill>
            </p:spPr>
          </p:sp>
          <p:sp>
            <p:nvSpPr>
              <p:cNvPr id="26" name="TextBox 26"/>
              <p:cNvSpPr txBox="1"/>
              <p:nvPr/>
            </p:nvSpPr>
            <p:spPr>
              <a:xfrm>
                <a:off x="0" y="146050"/>
                <a:ext cx="711200" cy="1057154"/>
              </a:xfrm>
              <a:prstGeom prst="rect">
                <a:avLst/>
              </a:prstGeom>
            </p:spPr>
            <p:txBody>
              <a:bodyPr lIns="50800" tIns="50800" rIns="50800" bIns="50800" rtlCol="0" anchor="ctr"/>
              <a:lstStyle/>
              <a:p>
                <a:pPr algn="ctr">
                  <a:lnSpc>
                    <a:spcPts val="2486"/>
                  </a:lnSpc>
                </a:pPr>
                <a:endParaRPr/>
              </a:p>
            </p:txBody>
          </p:sp>
        </p:grpSp>
        <p:grpSp>
          <p:nvGrpSpPr>
            <p:cNvPr id="27" name="Group 27"/>
            <p:cNvGrpSpPr/>
            <p:nvPr/>
          </p:nvGrpSpPr>
          <p:grpSpPr>
            <a:xfrm>
              <a:off x="1758123" y="3007515"/>
              <a:ext cx="3516247" cy="2637185"/>
              <a:chOff x="0" y="0"/>
              <a:chExt cx="812800" cy="609600"/>
            </a:xfrm>
          </p:grpSpPr>
          <p:sp>
            <p:nvSpPr>
              <p:cNvPr id="28" name="Freeform 28"/>
              <p:cNvSpPr/>
              <p:nvPr/>
            </p:nvSpPr>
            <p:spPr>
              <a:xfrm>
                <a:off x="0" y="0"/>
                <a:ext cx="812800" cy="609600"/>
              </a:xfrm>
              <a:custGeom>
                <a:avLst/>
                <a:gdLst/>
                <a:ahLst/>
                <a:cxnLst/>
                <a:rect l="l" t="t" r="r" b="b"/>
                <a:pathLst>
                  <a:path w="812800" h="609600">
                    <a:moveTo>
                      <a:pt x="609600" y="0"/>
                    </a:moveTo>
                    <a:lnTo>
                      <a:pt x="0" y="0"/>
                    </a:lnTo>
                    <a:lnTo>
                      <a:pt x="203200" y="609600"/>
                    </a:lnTo>
                    <a:lnTo>
                      <a:pt x="812800" y="609600"/>
                    </a:lnTo>
                    <a:lnTo>
                      <a:pt x="609600" y="0"/>
                    </a:lnTo>
                    <a:close/>
                  </a:path>
                </a:pathLst>
              </a:custGeom>
              <a:solidFill>
                <a:srgbClr val="144D5F"/>
              </a:solidFill>
            </p:spPr>
          </p:sp>
          <p:sp>
            <p:nvSpPr>
              <p:cNvPr id="29" name="TextBox 29"/>
              <p:cNvSpPr txBox="1"/>
              <p:nvPr/>
            </p:nvSpPr>
            <p:spPr>
              <a:xfrm>
                <a:off x="101600" y="-57150"/>
                <a:ext cx="609600" cy="666750"/>
              </a:xfrm>
              <a:prstGeom prst="rect">
                <a:avLst/>
              </a:prstGeom>
            </p:spPr>
            <p:txBody>
              <a:bodyPr lIns="50800" tIns="50800" rIns="50800" bIns="50800" rtlCol="0" anchor="ctr"/>
              <a:lstStyle/>
              <a:p>
                <a:pPr algn="ctr">
                  <a:lnSpc>
                    <a:spcPts val="2486"/>
                  </a:lnSpc>
                </a:pPr>
                <a:endParaRPr/>
              </a:p>
            </p:txBody>
          </p:sp>
        </p:grpSp>
        <p:grpSp>
          <p:nvGrpSpPr>
            <p:cNvPr id="30" name="Group 30"/>
            <p:cNvGrpSpPr/>
            <p:nvPr/>
          </p:nvGrpSpPr>
          <p:grpSpPr>
            <a:xfrm>
              <a:off x="435526" y="4326107"/>
              <a:ext cx="7183009" cy="1758123"/>
              <a:chOff x="0" y="0"/>
              <a:chExt cx="1660392" cy="406400"/>
            </a:xfrm>
          </p:grpSpPr>
          <p:sp>
            <p:nvSpPr>
              <p:cNvPr id="31" name="Freeform 31"/>
              <p:cNvSpPr/>
              <p:nvPr/>
            </p:nvSpPr>
            <p:spPr>
              <a:xfrm>
                <a:off x="0" y="0"/>
                <a:ext cx="1660392" cy="406400"/>
              </a:xfrm>
              <a:custGeom>
                <a:avLst/>
                <a:gdLst/>
                <a:ahLst/>
                <a:cxnLst/>
                <a:rect l="l" t="t" r="r" b="b"/>
                <a:pathLst>
                  <a:path w="1660392" h="406400">
                    <a:moveTo>
                      <a:pt x="1457192" y="0"/>
                    </a:moveTo>
                    <a:cubicBezTo>
                      <a:pt x="1569417" y="0"/>
                      <a:pt x="1660392" y="90976"/>
                      <a:pt x="1660392" y="203200"/>
                    </a:cubicBezTo>
                    <a:cubicBezTo>
                      <a:pt x="1660392" y="315424"/>
                      <a:pt x="1569417" y="406400"/>
                      <a:pt x="1457192" y="406400"/>
                    </a:cubicBezTo>
                    <a:lnTo>
                      <a:pt x="203200" y="406400"/>
                    </a:lnTo>
                    <a:cubicBezTo>
                      <a:pt x="90976" y="406400"/>
                      <a:pt x="0" y="315424"/>
                      <a:pt x="0" y="203200"/>
                    </a:cubicBezTo>
                    <a:cubicBezTo>
                      <a:pt x="0" y="90976"/>
                      <a:pt x="90976" y="0"/>
                      <a:pt x="203200" y="0"/>
                    </a:cubicBezTo>
                    <a:close/>
                  </a:path>
                </a:pathLst>
              </a:custGeom>
              <a:solidFill>
                <a:srgbClr val="46A0B1"/>
              </a:solidFill>
            </p:spPr>
          </p:sp>
          <p:sp>
            <p:nvSpPr>
              <p:cNvPr id="32" name="TextBox 32"/>
              <p:cNvSpPr txBox="1"/>
              <p:nvPr/>
            </p:nvSpPr>
            <p:spPr>
              <a:xfrm>
                <a:off x="0" y="-57150"/>
                <a:ext cx="1660392" cy="463550"/>
              </a:xfrm>
              <a:prstGeom prst="rect">
                <a:avLst/>
              </a:prstGeom>
            </p:spPr>
            <p:txBody>
              <a:bodyPr lIns="50800" tIns="50800" rIns="50800" bIns="50800" rtlCol="0" anchor="ctr"/>
              <a:lstStyle/>
              <a:p>
                <a:pPr algn="ctr">
                  <a:lnSpc>
                    <a:spcPts val="2486"/>
                  </a:lnSpc>
                </a:pPr>
                <a:endParaRPr/>
              </a:p>
            </p:txBody>
          </p:sp>
        </p:grpSp>
        <p:grpSp>
          <p:nvGrpSpPr>
            <p:cNvPr id="33" name="Group 33"/>
            <p:cNvGrpSpPr/>
            <p:nvPr/>
          </p:nvGrpSpPr>
          <p:grpSpPr>
            <a:xfrm>
              <a:off x="0" y="2929699"/>
              <a:ext cx="3516247" cy="3516247"/>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lnTo>
                      <a:pt x="0" y="406400"/>
                    </a:lnTo>
                    <a:lnTo>
                      <a:pt x="203200" y="406400"/>
                    </a:lnTo>
                    <a:lnTo>
                      <a:pt x="203200" y="812800"/>
                    </a:lnTo>
                    <a:lnTo>
                      <a:pt x="609600" y="812800"/>
                    </a:lnTo>
                    <a:lnTo>
                      <a:pt x="609600" y="406400"/>
                    </a:lnTo>
                    <a:lnTo>
                      <a:pt x="812800" y="406400"/>
                    </a:lnTo>
                    <a:lnTo>
                      <a:pt x="406400" y="0"/>
                    </a:lnTo>
                    <a:close/>
                  </a:path>
                </a:pathLst>
              </a:custGeom>
              <a:solidFill>
                <a:srgbClr val="46A0B1"/>
              </a:solidFill>
            </p:spPr>
          </p:sp>
          <p:sp>
            <p:nvSpPr>
              <p:cNvPr id="35" name="TextBox 35"/>
              <p:cNvSpPr txBox="1"/>
              <p:nvPr/>
            </p:nvSpPr>
            <p:spPr>
              <a:xfrm>
                <a:off x="203200" y="44450"/>
                <a:ext cx="406400" cy="768350"/>
              </a:xfrm>
              <a:prstGeom prst="rect">
                <a:avLst/>
              </a:prstGeom>
            </p:spPr>
            <p:txBody>
              <a:bodyPr lIns="50800" tIns="50800" rIns="50800" bIns="50800" rtlCol="0" anchor="ctr"/>
              <a:lstStyle/>
              <a:p>
                <a:pPr algn="ctr">
                  <a:lnSpc>
                    <a:spcPts val="2486"/>
                  </a:lnSpc>
                </a:pPr>
                <a:endParaRPr/>
              </a:p>
            </p:txBody>
          </p:sp>
        </p:grpSp>
        <p:grpSp>
          <p:nvGrpSpPr>
            <p:cNvPr id="36" name="Group 36"/>
            <p:cNvGrpSpPr/>
            <p:nvPr/>
          </p:nvGrpSpPr>
          <p:grpSpPr>
            <a:xfrm rot="-729709">
              <a:off x="3337933" y="1236507"/>
              <a:ext cx="3066014" cy="4599021"/>
              <a:chOff x="0" y="0"/>
              <a:chExt cx="406400" cy="609600"/>
            </a:xfrm>
          </p:grpSpPr>
          <p:sp>
            <p:nvSpPr>
              <p:cNvPr id="37" name="Freeform 37"/>
              <p:cNvSpPr/>
              <p:nvPr/>
            </p:nvSpPr>
            <p:spPr>
              <a:xfrm>
                <a:off x="0" y="0"/>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gradFill rotWithShape="1">
                <a:gsLst>
                  <a:gs pos="0">
                    <a:srgbClr val="CDFFD8">
                      <a:alpha val="60000"/>
                    </a:srgbClr>
                  </a:gs>
                  <a:gs pos="100000">
                    <a:srgbClr val="94B9FF">
                      <a:alpha val="60000"/>
                    </a:srgbClr>
                  </a:gs>
                </a:gsLst>
                <a:lin ang="0"/>
              </a:gradFill>
            </p:spPr>
          </p:sp>
          <p:sp>
            <p:nvSpPr>
              <p:cNvPr id="38" name="TextBox 38"/>
              <p:cNvSpPr txBox="1"/>
              <p:nvPr/>
            </p:nvSpPr>
            <p:spPr>
              <a:xfrm>
                <a:off x="101600" y="-57150"/>
                <a:ext cx="203200" cy="666750"/>
              </a:xfrm>
              <a:prstGeom prst="rect">
                <a:avLst/>
              </a:prstGeom>
            </p:spPr>
            <p:txBody>
              <a:bodyPr lIns="50800" tIns="50800" rIns="50800" bIns="50800" rtlCol="0" anchor="ctr"/>
              <a:lstStyle/>
              <a:p>
                <a:pPr algn="ctr">
                  <a:lnSpc>
                    <a:spcPts val="2486"/>
                  </a:lnSpc>
                </a:pPr>
                <a:endParaRPr/>
              </a:p>
            </p:txBody>
          </p:sp>
        </p:grpSp>
      </p:grpSp>
      <p:sp>
        <p:nvSpPr>
          <p:cNvPr id="39" name="Freeform 39"/>
          <p:cNvSpPr/>
          <p:nvPr/>
        </p:nvSpPr>
        <p:spPr>
          <a:xfrm>
            <a:off x="15245913" y="9258300"/>
            <a:ext cx="2595326" cy="648832"/>
          </a:xfrm>
          <a:custGeom>
            <a:avLst/>
            <a:gdLst/>
            <a:ahLst/>
            <a:cxnLst/>
            <a:rect l="l" t="t" r="r" b="b"/>
            <a:pathLst>
              <a:path w="2595326" h="648832">
                <a:moveTo>
                  <a:pt x="0" y="0"/>
                </a:moveTo>
                <a:lnTo>
                  <a:pt x="2595326" y="0"/>
                </a:lnTo>
                <a:lnTo>
                  <a:pt x="2595326" y="648832"/>
                </a:lnTo>
                <a:lnTo>
                  <a:pt x="0" y="648832"/>
                </a:lnTo>
                <a:lnTo>
                  <a:pt x="0" y="0"/>
                </a:lnTo>
                <a:close/>
              </a:path>
            </a:pathLst>
          </a:custGeom>
          <a:blipFill>
            <a:blip r:embed="rId6"/>
            <a:stretch>
              <a:fillRect/>
            </a:stretch>
          </a:blipFill>
        </p:spPr>
      </p:sp>
      <p:sp>
        <p:nvSpPr>
          <p:cNvPr id="40" name="TextBox 40"/>
          <p:cNvSpPr txBox="1"/>
          <p:nvPr/>
        </p:nvSpPr>
        <p:spPr>
          <a:xfrm>
            <a:off x="2908358" y="3649342"/>
            <a:ext cx="12471284" cy="2963178"/>
          </a:xfrm>
          <a:prstGeom prst="rect">
            <a:avLst/>
          </a:prstGeom>
        </p:spPr>
        <p:txBody>
          <a:bodyPr lIns="0" tIns="0" rIns="0" bIns="0" rtlCol="0" anchor="t">
            <a:spAutoFit/>
          </a:bodyPr>
          <a:lstStyle/>
          <a:p>
            <a:pPr marL="489509" lvl="1" indent="-244754" algn="just">
              <a:lnSpc>
                <a:spcPts val="4738"/>
              </a:lnSpc>
              <a:buAutoNum type="arabicPeriod"/>
            </a:pPr>
            <a:r>
              <a:rPr lang="en-US" sz="2267">
                <a:solidFill>
                  <a:srgbClr val="FEFEFF"/>
                </a:solidFill>
                <a:latin typeface="Poppins"/>
                <a:ea typeface="Poppins"/>
                <a:cs typeface="Poppins"/>
                <a:sym typeface="Poppins"/>
              </a:rPr>
              <a:t> Perkenalan apa itu UI &amp; UX</a:t>
            </a:r>
          </a:p>
          <a:p>
            <a:pPr marL="489509" lvl="1" indent="-244754" algn="just">
              <a:lnSpc>
                <a:spcPts val="4738"/>
              </a:lnSpc>
              <a:buAutoNum type="arabicPeriod"/>
            </a:pPr>
            <a:r>
              <a:rPr lang="en-US" sz="2267">
                <a:solidFill>
                  <a:srgbClr val="FEFEFF"/>
                </a:solidFill>
                <a:latin typeface="Poppins"/>
                <a:ea typeface="Poppins"/>
                <a:cs typeface="Poppins"/>
                <a:sym typeface="Poppins"/>
              </a:rPr>
              <a:t> Perbedaan UI &amp; UX</a:t>
            </a:r>
          </a:p>
          <a:p>
            <a:pPr marL="489509" lvl="1" indent="-244754" algn="just">
              <a:lnSpc>
                <a:spcPts val="4738"/>
              </a:lnSpc>
              <a:buAutoNum type="arabicPeriod"/>
            </a:pPr>
            <a:r>
              <a:rPr lang="en-US" sz="2267">
                <a:solidFill>
                  <a:srgbClr val="FEFEFF"/>
                </a:solidFill>
                <a:latin typeface="Poppins"/>
                <a:ea typeface="Poppins"/>
                <a:cs typeface="Poppins"/>
                <a:sym typeface="Poppins"/>
              </a:rPr>
              <a:t> Apakah UI sama dengan UX?</a:t>
            </a:r>
          </a:p>
          <a:p>
            <a:pPr marL="489509" lvl="1" indent="-244754" algn="just">
              <a:lnSpc>
                <a:spcPts val="4738"/>
              </a:lnSpc>
              <a:buAutoNum type="arabicPeriod"/>
            </a:pPr>
            <a:r>
              <a:rPr lang="en-US" sz="2267">
                <a:solidFill>
                  <a:srgbClr val="FEFEFF"/>
                </a:solidFill>
                <a:latin typeface="Poppins"/>
                <a:ea typeface="Poppins"/>
                <a:cs typeface="Poppins"/>
                <a:sym typeface="Poppins"/>
              </a:rPr>
              <a:t> Apakah UI/UX Designer harus bisa ngoding?</a:t>
            </a:r>
          </a:p>
          <a:p>
            <a:pPr marL="489509" lvl="1" indent="-244754" algn="just">
              <a:lnSpc>
                <a:spcPts val="4738"/>
              </a:lnSpc>
              <a:buAutoNum type="arabicPeriod"/>
            </a:pPr>
            <a:r>
              <a:rPr lang="en-US" sz="2267">
                <a:solidFill>
                  <a:srgbClr val="FEFEFF"/>
                </a:solidFill>
                <a:latin typeface="Poppins"/>
                <a:ea typeface="Poppins"/>
                <a:cs typeface="Poppins"/>
                <a:sym typeface="Poppins"/>
              </a:rPr>
              <a:t> 8 Langkah Cara Memulai Menjadi UI Designer</a:t>
            </a:r>
          </a:p>
        </p:txBody>
      </p:sp>
      <p:sp>
        <p:nvSpPr>
          <p:cNvPr id="41" name="TextBox 41"/>
          <p:cNvSpPr txBox="1"/>
          <p:nvPr/>
        </p:nvSpPr>
        <p:spPr>
          <a:xfrm>
            <a:off x="2908358" y="2551084"/>
            <a:ext cx="10442436" cy="840720"/>
          </a:xfrm>
          <a:prstGeom prst="rect">
            <a:avLst/>
          </a:prstGeom>
        </p:spPr>
        <p:txBody>
          <a:bodyPr lIns="0" tIns="0" rIns="0" bIns="0" rtlCol="0" anchor="t">
            <a:spAutoFit/>
          </a:bodyPr>
          <a:lstStyle/>
          <a:p>
            <a:pPr algn="l">
              <a:lnSpc>
                <a:spcPts val="6438"/>
              </a:lnSpc>
            </a:pPr>
            <a:r>
              <a:rPr lang="en-US" sz="6132" spc="122">
                <a:solidFill>
                  <a:srgbClr val="FEFEFF"/>
                </a:solidFill>
                <a:latin typeface="Norwester"/>
                <a:ea typeface="Norwester"/>
                <a:cs typeface="Norwester"/>
                <a:sym typeface="Norwester"/>
              </a:rPr>
              <a:t>PEMBAHASAN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2940"/>
        </a:solidFill>
        <a:effectLst/>
      </p:bgPr>
    </p:bg>
    <p:spTree>
      <p:nvGrpSpPr>
        <p:cNvPr id="1" name=""/>
        <p:cNvGrpSpPr/>
        <p:nvPr/>
      </p:nvGrpSpPr>
      <p:grpSpPr>
        <a:xfrm>
          <a:off x="0" y="0"/>
          <a:ext cx="0" cy="0"/>
          <a:chOff x="0" y="0"/>
          <a:chExt cx="0" cy="0"/>
        </a:xfrm>
      </p:grpSpPr>
      <p:sp>
        <p:nvSpPr>
          <p:cNvPr id="2" name="Freeform 2"/>
          <p:cNvSpPr/>
          <p:nvPr/>
        </p:nvSpPr>
        <p:spPr>
          <a:xfrm>
            <a:off x="9525"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15000"/>
            </a:blip>
            <a:stretch>
              <a:fillRect/>
            </a:stretch>
          </a:blipFill>
        </p:spPr>
      </p:sp>
      <p:grpSp>
        <p:nvGrpSpPr>
          <p:cNvPr id="3" name="Group 3"/>
          <p:cNvGrpSpPr/>
          <p:nvPr/>
        </p:nvGrpSpPr>
        <p:grpSpPr>
          <a:xfrm>
            <a:off x="7510084" y="732996"/>
            <a:ext cx="3267833" cy="591408"/>
            <a:chOff x="0" y="0"/>
            <a:chExt cx="4357110" cy="788544"/>
          </a:xfrm>
        </p:grpSpPr>
        <p:sp>
          <p:nvSpPr>
            <p:cNvPr id="4" name="Freeform 4"/>
            <p:cNvSpPr/>
            <p:nvPr/>
          </p:nvSpPr>
          <p:spPr>
            <a:xfrm>
              <a:off x="0" y="0"/>
              <a:ext cx="732988" cy="732988"/>
            </a:xfrm>
            <a:custGeom>
              <a:avLst/>
              <a:gdLst/>
              <a:ahLst/>
              <a:cxnLst/>
              <a:rect l="l" t="t" r="r" b="b"/>
              <a:pathLst>
                <a:path w="732988" h="732988">
                  <a:moveTo>
                    <a:pt x="0" y="0"/>
                  </a:moveTo>
                  <a:lnTo>
                    <a:pt x="732988" y="0"/>
                  </a:lnTo>
                  <a:lnTo>
                    <a:pt x="732988" y="732988"/>
                  </a:lnTo>
                  <a:lnTo>
                    <a:pt x="0" y="732988"/>
                  </a:lnTo>
                  <a:lnTo>
                    <a:pt x="0" y="0"/>
                  </a:lnTo>
                  <a:close/>
                </a:path>
              </a:pathLst>
            </a:custGeom>
            <a:blipFill>
              <a:blip r:embed="rId3"/>
              <a:stretch>
                <a:fillRect/>
              </a:stretch>
            </a:blipFill>
          </p:spPr>
        </p:sp>
        <p:sp>
          <p:nvSpPr>
            <p:cNvPr id="5" name="Freeform 5"/>
            <p:cNvSpPr/>
            <p:nvPr/>
          </p:nvSpPr>
          <p:spPr>
            <a:xfrm>
              <a:off x="935429" y="0"/>
              <a:ext cx="732988" cy="732988"/>
            </a:xfrm>
            <a:custGeom>
              <a:avLst/>
              <a:gdLst/>
              <a:ahLst/>
              <a:cxnLst/>
              <a:rect l="l" t="t" r="r" b="b"/>
              <a:pathLst>
                <a:path w="732988" h="732988">
                  <a:moveTo>
                    <a:pt x="0" y="0"/>
                  </a:moveTo>
                  <a:lnTo>
                    <a:pt x="732988" y="0"/>
                  </a:lnTo>
                  <a:lnTo>
                    <a:pt x="732988" y="732988"/>
                  </a:lnTo>
                  <a:lnTo>
                    <a:pt x="0" y="732988"/>
                  </a:lnTo>
                  <a:lnTo>
                    <a:pt x="0" y="0"/>
                  </a:lnTo>
                  <a:close/>
                </a:path>
              </a:pathLst>
            </a:custGeom>
            <a:blipFill>
              <a:blip r:embed="rId4"/>
              <a:stretch>
                <a:fillRect/>
              </a:stretch>
            </a:blipFill>
          </p:spPr>
        </p:sp>
        <p:sp>
          <p:nvSpPr>
            <p:cNvPr id="6" name="Freeform 6"/>
            <p:cNvSpPr/>
            <p:nvPr/>
          </p:nvSpPr>
          <p:spPr>
            <a:xfrm>
              <a:off x="1872405" y="55556"/>
              <a:ext cx="2484706" cy="732988"/>
            </a:xfrm>
            <a:custGeom>
              <a:avLst/>
              <a:gdLst/>
              <a:ahLst/>
              <a:cxnLst/>
              <a:rect l="l" t="t" r="r" b="b"/>
              <a:pathLst>
                <a:path w="2484706" h="732988">
                  <a:moveTo>
                    <a:pt x="0" y="0"/>
                  </a:moveTo>
                  <a:lnTo>
                    <a:pt x="2484705" y="0"/>
                  </a:lnTo>
                  <a:lnTo>
                    <a:pt x="2484705" y="732988"/>
                  </a:lnTo>
                  <a:lnTo>
                    <a:pt x="0" y="732988"/>
                  </a:lnTo>
                  <a:lnTo>
                    <a:pt x="0" y="0"/>
                  </a:lnTo>
                  <a:close/>
                </a:path>
              </a:pathLst>
            </a:custGeom>
            <a:blipFill>
              <a:blip r:embed="rId5"/>
              <a:stretch>
                <a:fillRect/>
              </a:stretch>
            </a:blipFill>
          </p:spPr>
        </p:sp>
      </p:grpSp>
      <p:grpSp>
        <p:nvGrpSpPr>
          <p:cNvPr id="7" name="Group 7"/>
          <p:cNvGrpSpPr/>
          <p:nvPr/>
        </p:nvGrpSpPr>
        <p:grpSpPr>
          <a:xfrm>
            <a:off x="13819395" y="-1307921"/>
            <a:ext cx="7040355" cy="6307586"/>
            <a:chOff x="0" y="0"/>
            <a:chExt cx="9387141" cy="8410115"/>
          </a:xfrm>
        </p:grpSpPr>
        <p:grpSp>
          <p:nvGrpSpPr>
            <p:cNvPr id="8" name="Group 8"/>
            <p:cNvGrpSpPr/>
            <p:nvPr/>
          </p:nvGrpSpPr>
          <p:grpSpPr>
            <a:xfrm>
              <a:off x="4693570" y="0"/>
              <a:ext cx="4693570" cy="8410115"/>
              <a:chOff x="0" y="0"/>
              <a:chExt cx="948267" cy="1699140"/>
            </a:xfrm>
          </p:grpSpPr>
          <p:sp>
            <p:nvSpPr>
              <p:cNvPr id="9" name="Freeform 9"/>
              <p:cNvSpPr/>
              <p:nvPr/>
            </p:nvSpPr>
            <p:spPr>
              <a:xfrm>
                <a:off x="0" y="0"/>
                <a:ext cx="948267" cy="1699140"/>
              </a:xfrm>
              <a:custGeom>
                <a:avLst/>
                <a:gdLst/>
                <a:ahLst/>
                <a:cxnLst/>
                <a:rect l="l" t="t" r="r" b="b"/>
                <a:pathLst>
                  <a:path w="948267" h="1699140">
                    <a:moveTo>
                      <a:pt x="0" y="849570"/>
                    </a:moveTo>
                    <a:lnTo>
                      <a:pt x="406400" y="0"/>
                    </a:lnTo>
                    <a:lnTo>
                      <a:pt x="406400" y="203200"/>
                    </a:lnTo>
                    <a:lnTo>
                      <a:pt x="948267" y="203200"/>
                    </a:lnTo>
                    <a:lnTo>
                      <a:pt x="948267" y="1495940"/>
                    </a:lnTo>
                    <a:lnTo>
                      <a:pt x="406400" y="1495940"/>
                    </a:lnTo>
                    <a:lnTo>
                      <a:pt x="406400" y="1699140"/>
                    </a:lnTo>
                    <a:lnTo>
                      <a:pt x="0" y="849570"/>
                    </a:lnTo>
                    <a:close/>
                  </a:path>
                </a:pathLst>
              </a:custGeom>
              <a:gradFill rotWithShape="1">
                <a:gsLst>
                  <a:gs pos="0">
                    <a:srgbClr val="CDFFD8">
                      <a:alpha val="100000"/>
                    </a:srgbClr>
                  </a:gs>
                  <a:gs pos="100000">
                    <a:srgbClr val="94B9FF">
                      <a:alpha val="100000"/>
                    </a:srgbClr>
                  </a:gs>
                </a:gsLst>
                <a:lin ang="0"/>
              </a:gradFill>
            </p:spPr>
          </p:sp>
          <p:sp>
            <p:nvSpPr>
              <p:cNvPr id="10" name="TextBox 10"/>
              <p:cNvSpPr txBox="1"/>
              <p:nvPr/>
            </p:nvSpPr>
            <p:spPr>
              <a:xfrm>
                <a:off x="101600" y="146050"/>
                <a:ext cx="846667" cy="1349890"/>
              </a:xfrm>
              <a:prstGeom prst="rect">
                <a:avLst/>
              </a:prstGeom>
            </p:spPr>
            <p:txBody>
              <a:bodyPr lIns="50800" tIns="50800" rIns="50800" bIns="50800" rtlCol="0" anchor="ctr"/>
              <a:lstStyle/>
              <a:p>
                <a:pPr algn="ctr">
                  <a:lnSpc>
                    <a:spcPts val="2486"/>
                  </a:lnSpc>
                </a:pPr>
                <a:endParaRPr/>
              </a:p>
            </p:txBody>
          </p:sp>
        </p:grpSp>
        <p:grpSp>
          <p:nvGrpSpPr>
            <p:cNvPr id="11" name="Group 11"/>
            <p:cNvGrpSpPr/>
            <p:nvPr/>
          </p:nvGrpSpPr>
          <p:grpSpPr>
            <a:xfrm>
              <a:off x="2682040" y="2390174"/>
              <a:ext cx="4023060" cy="1814884"/>
              <a:chOff x="0" y="0"/>
              <a:chExt cx="812800" cy="366671"/>
            </a:xfrm>
          </p:grpSpPr>
          <p:sp>
            <p:nvSpPr>
              <p:cNvPr id="12" name="Freeform 12"/>
              <p:cNvSpPr/>
              <p:nvPr/>
            </p:nvSpPr>
            <p:spPr>
              <a:xfrm>
                <a:off x="0" y="0"/>
                <a:ext cx="812800" cy="366671"/>
              </a:xfrm>
              <a:custGeom>
                <a:avLst/>
                <a:gdLst/>
                <a:ahLst/>
                <a:cxnLst/>
                <a:rect l="l" t="t" r="r" b="b"/>
                <a:pathLst>
                  <a:path w="812800" h="366671">
                    <a:moveTo>
                      <a:pt x="609600" y="0"/>
                    </a:moveTo>
                    <a:lnTo>
                      <a:pt x="0" y="0"/>
                    </a:lnTo>
                    <a:lnTo>
                      <a:pt x="203200" y="366671"/>
                    </a:lnTo>
                    <a:lnTo>
                      <a:pt x="812800" y="366671"/>
                    </a:lnTo>
                    <a:lnTo>
                      <a:pt x="609600" y="0"/>
                    </a:lnTo>
                    <a:close/>
                  </a:path>
                </a:pathLst>
              </a:custGeom>
              <a:solidFill>
                <a:srgbClr val="144D5F"/>
              </a:solidFill>
            </p:spPr>
          </p:sp>
          <p:sp>
            <p:nvSpPr>
              <p:cNvPr id="13" name="TextBox 13"/>
              <p:cNvSpPr txBox="1"/>
              <p:nvPr/>
            </p:nvSpPr>
            <p:spPr>
              <a:xfrm>
                <a:off x="101600" y="-57150"/>
                <a:ext cx="609600" cy="423821"/>
              </a:xfrm>
              <a:prstGeom prst="rect">
                <a:avLst/>
              </a:prstGeom>
            </p:spPr>
            <p:txBody>
              <a:bodyPr lIns="50800" tIns="50800" rIns="50800" bIns="50800" rtlCol="0" anchor="ctr"/>
              <a:lstStyle/>
              <a:p>
                <a:pPr algn="ctr">
                  <a:lnSpc>
                    <a:spcPts val="2486"/>
                  </a:lnSpc>
                </a:pPr>
                <a:endParaRPr/>
              </a:p>
            </p:txBody>
          </p:sp>
        </p:grpSp>
        <p:grpSp>
          <p:nvGrpSpPr>
            <p:cNvPr id="14" name="Group 14"/>
            <p:cNvGrpSpPr/>
            <p:nvPr/>
          </p:nvGrpSpPr>
          <p:grpSpPr>
            <a:xfrm>
              <a:off x="0" y="500864"/>
              <a:ext cx="7716008" cy="2011530"/>
              <a:chOff x="0" y="0"/>
              <a:chExt cx="1558906" cy="406400"/>
            </a:xfrm>
          </p:grpSpPr>
          <p:sp>
            <p:nvSpPr>
              <p:cNvPr id="15" name="Freeform 15"/>
              <p:cNvSpPr/>
              <p:nvPr/>
            </p:nvSpPr>
            <p:spPr>
              <a:xfrm>
                <a:off x="0" y="0"/>
                <a:ext cx="1558906" cy="406400"/>
              </a:xfrm>
              <a:custGeom>
                <a:avLst/>
                <a:gdLst/>
                <a:ahLst/>
                <a:cxnLst/>
                <a:rect l="l" t="t" r="r" b="b"/>
                <a:pathLst>
                  <a:path w="1558906" h="406400">
                    <a:moveTo>
                      <a:pt x="1355706" y="0"/>
                    </a:moveTo>
                    <a:cubicBezTo>
                      <a:pt x="1467930" y="0"/>
                      <a:pt x="1558906" y="90976"/>
                      <a:pt x="1558906" y="203200"/>
                    </a:cubicBezTo>
                    <a:cubicBezTo>
                      <a:pt x="1558906" y="315424"/>
                      <a:pt x="1467930" y="406400"/>
                      <a:pt x="1355706" y="406400"/>
                    </a:cubicBezTo>
                    <a:lnTo>
                      <a:pt x="203200" y="406400"/>
                    </a:lnTo>
                    <a:cubicBezTo>
                      <a:pt x="90976" y="406400"/>
                      <a:pt x="0" y="315424"/>
                      <a:pt x="0" y="203200"/>
                    </a:cubicBezTo>
                    <a:cubicBezTo>
                      <a:pt x="0" y="90976"/>
                      <a:pt x="90976" y="0"/>
                      <a:pt x="203200" y="0"/>
                    </a:cubicBezTo>
                    <a:close/>
                  </a:path>
                </a:pathLst>
              </a:custGeom>
              <a:solidFill>
                <a:srgbClr val="46A0B1"/>
              </a:solidFill>
            </p:spPr>
          </p:sp>
          <p:sp>
            <p:nvSpPr>
              <p:cNvPr id="16" name="TextBox 16"/>
              <p:cNvSpPr txBox="1"/>
              <p:nvPr/>
            </p:nvSpPr>
            <p:spPr>
              <a:xfrm>
                <a:off x="0" y="-57150"/>
                <a:ext cx="1558906" cy="463550"/>
              </a:xfrm>
              <a:prstGeom prst="rect">
                <a:avLst/>
              </a:prstGeom>
            </p:spPr>
            <p:txBody>
              <a:bodyPr lIns="50800" tIns="50800" rIns="50800" bIns="50800" rtlCol="0" anchor="ctr"/>
              <a:lstStyle/>
              <a:p>
                <a:pPr algn="ctr">
                  <a:lnSpc>
                    <a:spcPts val="2486"/>
                  </a:lnSpc>
                </a:pPr>
                <a:endParaRPr/>
              </a:p>
            </p:txBody>
          </p:sp>
        </p:grpSp>
        <p:grpSp>
          <p:nvGrpSpPr>
            <p:cNvPr id="17" name="Group 17"/>
            <p:cNvGrpSpPr/>
            <p:nvPr/>
          </p:nvGrpSpPr>
          <p:grpSpPr>
            <a:xfrm>
              <a:off x="4693570" y="181997"/>
              <a:ext cx="4023060" cy="4023060"/>
              <a:chOff x="0" y="0"/>
              <a:chExt cx="812800" cy="812800"/>
            </a:xfrm>
          </p:grpSpPr>
          <p:sp>
            <p:nvSpPr>
              <p:cNvPr id="18" name="Freeform 18"/>
              <p:cNvSpPr/>
              <p:nvPr/>
            </p:nvSpPr>
            <p:spPr>
              <a:xfrm>
                <a:off x="0" y="0"/>
                <a:ext cx="812800" cy="812800"/>
              </a:xfrm>
              <a:custGeom>
                <a:avLst/>
                <a:gdLst/>
                <a:ahLst/>
                <a:cxnLst/>
                <a:rect l="l" t="t" r="r" b="b"/>
                <a:pathLst>
                  <a:path w="812800" h="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46A0B1"/>
              </a:solidFill>
            </p:spPr>
          </p:sp>
          <p:sp>
            <p:nvSpPr>
              <p:cNvPr id="19" name="TextBox 19"/>
              <p:cNvSpPr txBox="1"/>
              <p:nvPr/>
            </p:nvSpPr>
            <p:spPr>
              <a:xfrm>
                <a:off x="203200" y="-57150"/>
                <a:ext cx="406400" cy="768350"/>
              </a:xfrm>
              <a:prstGeom prst="rect">
                <a:avLst/>
              </a:prstGeom>
            </p:spPr>
            <p:txBody>
              <a:bodyPr lIns="50800" tIns="50800" rIns="50800" bIns="50800" rtlCol="0" anchor="ctr"/>
              <a:lstStyle/>
              <a:p>
                <a:pPr algn="ctr">
                  <a:lnSpc>
                    <a:spcPts val="2486"/>
                  </a:lnSpc>
                </a:pPr>
                <a:endParaRPr/>
              </a:p>
            </p:txBody>
          </p:sp>
        </p:grpSp>
        <p:grpSp>
          <p:nvGrpSpPr>
            <p:cNvPr id="20" name="Group 20"/>
            <p:cNvGrpSpPr/>
            <p:nvPr/>
          </p:nvGrpSpPr>
          <p:grpSpPr>
            <a:xfrm rot="-421994">
              <a:off x="1547198" y="1087681"/>
              <a:ext cx="3507933" cy="5261900"/>
              <a:chOff x="0" y="0"/>
              <a:chExt cx="406400" cy="609600"/>
            </a:xfrm>
          </p:grpSpPr>
          <p:sp>
            <p:nvSpPr>
              <p:cNvPr id="21" name="Freeform 21"/>
              <p:cNvSpPr/>
              <p:nvPr/>
            </p:nvSpPr>
            <p:spPr>
              <a:xfrm>
                <a:off x="0" y="0"/>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gradFill rotWithShape="1">
                <a:gsLst>
                  <a:gs pos="0">
                    <a:srgbClr val="CDFFD8">
                      <a:alpha val="60000"/>
                    </a:srgbClr>
                  </a:gs>
                  <a:gs pos="100000">
                    <a:srgbClr val="94B9FF">
                      <a:alpha val="60000"/>
                    </a:srgbClr>
                  </a:gs>
                </a:gsLst>
                <a:lin ang="0"/>
              </a:gradFill>
            </p:spPr>
          </p:sp>
          <p:sp>
            <p:nvSpPr>
              <p:cNvPr id="22" name="TextBox 22"/>
              <p:cNvSpPr txBox="1"/>
              <p:nvPr/>
            </p:nvSpPr>
            <p:spPr>
              <a:xfrm>
                <a:off x="101600" y="-57150"/>
                <a:ext cx="203200" cy="666750"/>
              </a:xfrm>
              <a:prstGeom prst="rect">
                <a:avLst/>
              </a:prstGeom>
            </p:spPr>
            <p:txBody>
              <a:bodyPr lIns="50800" tIns="50800" rIns="50800" bIns="50800" rtlCol="0" anchor="ctr"/>
              <a:lstStyle/>
              <a:p>
                <a:pPr algn="ctr">
                  <a:lnSpc>
                    <a:spcPts val="2486"/>
                  </a:lnSpc>
                </a:pPr>
                <a:endParaRPr/>
              </a:p>
            </p:txBody>
          </p:sp>
        </p:grpSp>
      </p:grpSp>
      <p:grpSp>
        <p:nvGrpSpPr>
          <p:cNvPr id="23" name="Group 23"/>
          <p:cNvGrpSpPr/>
          <p:nvPr/>
        </p:nvGrpSpPr>
        <p:grpSpPr>
          <a:xfrm>
            <a:off x="-1705191" y="6469644"/>
            <a:ext cx="5713901" cy="4834459"/>
            <a:chOff x="0" y="0"/>
            <a:chExt cx="7618535" cy="6445946"/>
          </a:xfrm>
        </p:grpSpPr>
        <p:grpSp>
          <p:nvGrpSpPr>
            <p:cNvPr id="24" name="Group 24"/>
            <p:cNvGrpSpPr/>
            <p:nvPr/>
          </p:nvGrpSpPr>
          <p:grpSpPr>
            <a:xfrm>
              <a:off x="0" y="0"/>
              <a:ext cx="3516247" cy="6084231"/>
              <a:chOff x="0" y="0"/>
              <a:chExt cx="812800" cy="1406404"/>
            </a:xfrm>
          </p:grpSpPr>
          <p:sp>
            <p:nvSpPr>
              <p:cNvPr id="25" name="Freeform 25"/>
              <p:cNvSpPr/>
              <p:nvPr/>
            </p:nvSpPr>
            <p:spPr>
              <a:xfrm>
                <a:off x="0" y="0"/>
                <a:ext cx="812800" cy="1406404"/>
              </a:xfrm>
              <a:custGeom>
                <a:avLst/>
                <a:gdLst/>
                <a:ahLst/>
                <a:cxnLst/>
                <a:rect l="l" t="t" r="r" b="b"/>
                <a:pathLst>
                  <a:path w="812800" h="1406404">
                    <a:moveTo>
                      <a:pt x="812800" y="703202"/>
                    </a:moveTo>
                    <a:lnTo>
                      <a:pt x="406400" y="0"/>
                    </a:lnTo>
                    <a:lnTo>
                      <a:pt x="406400" y="203200"/>
                    </a:lnTo>
                    <a:lnTo>
                      <a:pt x="0" y="203200"/>
                    </a:lnTo>
                    <a:lnTo>
                      <a:pt x="0" y="1203204"/>
                    </a:lnTo>
                    <a:lnTo>
                      <a:pt x="406400" y="1203204"/>
                    </a:lnTo>
                    <a:lnTo>
                      <a:pt x="406400" y="1406404"/>
                    </a:lnTo>
                    <a:lnTo>
                      <a:pt x="812800" y="703202"/>
                    </a:lnTo>
                    <a:close/>
                  </a:path>
                </a:pathLst>
              </a:custGeom>
              <a:gradFill rotWithShape="1">
                <a:gsLst>
                  <a:gs pos="0">
                    <a:srgbClr val="CDFFD8">
                      <a:alpha val="100000"/>
                    </a:srgbClr>
                  </a:gs>
                  <a:gs pos="100000">
                    <a:srgbClr val="94B9FF">
                      <a:alpha val="100000"/>
                    </a:srgbClr>
                  </a:gs>
                </a:gsLst>
                <a:lin ang="0"/>
              </a:gradFill>
            </p:spPr>
          </p:sp>
          <p:sp>
            <p:nvSpPr>
              <p:cNvPr id="26" name="TextBox 26"/>
              <p:cNvSpPr txBox="1"/>
              <p:nvPr/>
            </p:nvSpPr>
            <p:spPr>
              <a:xfrm>
                <a:off x="0" y="146050"/>
                <a:ext cx="711200" cy="1057154"/>
              </a:xfrm>
              <a:prstGeom prst="rect">
                <a:avLst/>
              </a:prstGeom>
            </p:spPr>
            <p:txBody>
              <a:bodyPr lIns="50800" tIns="50800" rIns="50800" bIns="50800" rtlCol="0" anchor="ctr"/>
              <a:lstStyle/>
              <a:p>
                <a:pPr algn="ctr">
                  <a:lnSpc>
                    <a:spcPts val="2486"/>
                  </a:lnSpc>
                </a:pPr>
                <a:endParaRPr/>
              </a:p>
            </p:txBody>
          </p:sp>
        </p:grpSp>
        <p:grpSp>
          <p:nvGrpSpPr>
            <p:cNvPr id="27" name="Group 27"/>
            <p:cNvGrpSpPr/>
            <p:nvPr/>
          </p:nvGrpSpPr>
          <p:grpSpPr>
            <a:xfrm>
              <a:off x="1758123" y="3007515"/>
              <a:ext cx="3516247" cy="2637185"/>
              <a:chOff x="0" y="0"/>
              <a:chExt cx="812800" cy="609600"/>
            </a:xfrm>
          </p:grpSpPr>
          <p:sp>
            <p:nvSpPr>
              <p:cNvPr id="28" name="Freeform 28"/>
              <p:cNvSpPr/>
              <p:nvPr/>
            </p:nvSpPr>
            <p:spPr>
              <a:xfrm>
                <a:off x="0" y="0"/>
                <a:ext cx="812800" cy="609600"/>
              </a:xfrm>
              <a:custGeom>
                <a:avLst/>
                <a:gdLst/>
                <a:ahLst/>
                <a:cxnLst/>
                <a:rect l="l" t="t" r="r" b="b"/>
                <a:pathLst>
                  <a:path w="812800" h="609600">
                    <a:moveTo>
                      <a:pt x="609600" y="0"/>
                    </a:moveTo>
                    <a:lnTo>
                      <a:pt x="0" y="0"/>
                    </a:lnTo>
                    <a:lnTo>
                      <a:pt x="203200" y="609600"/>
                    </a:lnTo>
                    <a:lnTo>
                      <a:pt x="812800" y="609600"/>
                    </a:lnTo>
                    <a:lnTo>
                      <a:pt x="609600" y="0"/>
                    </a:lnTo>
                    <a:close/>
                  </a:path>
                </a:pathLst>
              </a:custGeom>
              <a:solidFill>
                <a:srgbClr val="144D5F"/>
              </a:solidFill>
            </p:spPr>
          </p:sp>
          <p:sp>
            <p:nvSpPr>
              <p:cNvPr id="29" name="TextBox 29"/>
              <p:cNvSpPr txBox="1"/>
              <p:nvPr/>
            </p:nvSpPr>
            <p:spPr>
              <a:xfrm>
                <a:off x="101600" y="-57150"/>
                <a:ext cx="609600" cy="666750"/>
              </a:xfrm>
              <a:prstGeom prst="rect">
                <a:avLst/>
              </a:prstGeom>
            </p:spPr>
            <p:txBody>
              <a:bodyPr lIns="50800" tIns="50800" rIns="50800" bIns="50800" rtlCol="0" anchor="ctr"/>
              <a:lstStyle/>
              <a:p>
                <a:pPr algn="ctr">
                  <a:lnSpc>
                    <a:spcPts val="2486"/>
                  </a:lnSpc>
                </a:pPr>
                <a:endParaRPr/>
              </a:p>
            </p:txBody>
          </p:sp>
        </p:grpSp>
        <p:grpSp>
          <p:nvGrpSpPr>
            <p:cNvPr id="30" name="Group 30"/>
            <p:cNvGrpSpPr/>
            <p:nvPr/>
          </p:nvGrpSpPr>
          <p:grpSpPr>
            <a:xfrm>
              <a:off x="435526" y="4326107"/>
              <a:ext cx="7183009" cy="1758123"/>
              <a:chOff x="0" y="0"/>
              <a:chExt cx="1660392" cy="406400"/>
            </a:xfrm>
          </p:grpSpPr>
          <p:sp>
            <p:nvSpPr>
              <p:cNvPr id="31" name="Freeform 31"/>
              <p:cNvSpPr/>
              <p:nvPr/>
            </p:nvSpPr>
            <p:spPr>
              <a:xfrm>
                <a:off x="0" y="0"/>
                <a:ext cx="1660392" cy="406400"/>
              </a:xfrm>
              <a:custGeom>
                <a:avLst/>
                <a:gdLst/>
                <a:ahLst/>
                <a:cxnLst/>
                <a:rect l="l" t="t" r="r" b="b"/>
                <a:pathLst>
                  <a:path w="1660392" h="406400">
                    <a:moveTo>
                      <a:pt x="1457192" y="0"/>
                    </a:moveTo>
                    <a:cubicBezTo>
                      <a:pt x="1569417" y="0"/>
                      <a:pt x="1660392" y="90976"/>
                      <a:pt x="1660392" y="203200"/>
                    </a:cubicBezTo>
                    <a:cubicBezTo>
                      <a:pt x="1660392" y="315424"/>
                      <a:pt x="1569417" y="406400"/>
                      <a:pt x="1457192" y="406400"/>
                    </a:cubicBezTo>
                    <a:lnTo>
                      <a:pt x="203200" y="406400"/>
                    </a:lnTo>
                    <a:cubicBezTo>
                      <a:pt x="90976" y="406400"/>
                      <a:pt x="0" y="315424"/>
                      <a:pt x="0" y="203200"/>
                    </a:cubicBezTo>
                    <a:cubicBezTo>
                      <a:pt x="0" y="90976"/>
                      <a:pt x="90976" y="0"/>
                      <a:pt x="203200" y="0"/>
                    </a:cubicBezTo>
                    <a:close/>
                  </a:path>
                </a:pathLst>
              </a:custGeom>
              <a:solidFill>
                <a:srgbClr val="46A0B1"/>
              </a:solidFill>
            </p:spPr>
          </p:sp>
          <p:sp>
            <p:nvSpPr>
              <p:cNvPr id="32" name="TextBox 32"/>
              <p:cNvSpPr txBox="1"/>
              <p:nvPr/>
            </p:nvSpPr>
            <p:spPr>
              <a:xfrm>
                <a:off x="0" y="-57150"/>
                <a:ext cx="1660392" cy="463550"/>
              </a:xfrm>
              <a:prstGeom prst="rect">
                <a:avLst/>
              </a:prstGeom>
            </p:spPr>
            <p:txBody>
              <a:bodyPr lIns="50800" tIns="50800" rIns="50800" bIns="50800" rtlCol="0" anchor="ctr"/>
              <a:lstStyle/>
              <a:p>
                <a:pPr algn="ctr">
                  <a:lnSpc>
                    <a:spcPts val="2486"/>
                  </a:lnSpc>
                </a:pPr>
                <a:endParaRPr/>
              </a:p>
            </p:txBody>
          </p:sp>
        </p:grpSp>
        <p:grpSp>
          <p:nvGrpSpPr>
            <p:cNvPr id="33" name="Group 33"/>
            <p:cNvGrpSpPr/>
            <p:nvPr/>
          </p:nvGrpSpPr>
          <p:grpSpPr>
            <a:xfrm>
              <a:off x="0" y="2929699"/>
              <a:ext cx="3516247" cy="3516247"/>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lnTo>
                      <a:pt x="0" y="406400"/>
                    </a:lnTo>
                    <a:lnTo>
                      <a:pt x="203200" y="406400"/>
                    </a:lnTo>
                    <a:lnTo>
                      <a:pt x="203200" y="812800"/>
                    </a:lnTo>
                    <a:lnTo>
                      <a:pt x="609600" y="812800"/>
                    </a:lnTo>
                    <a:lnTo>
                      <a:pt x="609600" y="406400"/>
                    </a:lnTo>
                    <a:lnTo>
                      <a:pt x="812800" y="406400"/>
                    </a:lnTo>
                    <a:lnTo>
                      <a:pt x="406400" y="0"/>
                    </a:lnTo>
                    <a:close/>
                  </a:path>
                </a:pathLst>
              </a:custGeom>
              <a:solidFill>
                <a:srgbClr val="46A0B1"/>
              </a:solidFill>
            </p:spPr>
          </p:sp>
          <p:sp>
            <p:nvSpPr>
              <p:cNvPr id="35" name="TextBox 35"/>
              <p:cNvSpPr txBox="1"/>
              <p:nvPr/>
            </p:nvSpPr>
            <p:spPr>
              <a:xfrm>
                <a:off x="203200" y="44450"/>
                <a:ext cx="406400" cy="768350"/>
              </a:xfrm>
              <a:prstGeom prst="rect">
                <a:avLst/>
              </a:prstGeom>
            </p:spPr>
            <p:txBody>
              <a:bodyPr lIns="50800" tIns="50800" rIns="50800" bIns="50800" rtlCol="0" anchor="ctr"/>
              <a:lstStyle/>
              <a:p>
                <a:pPr algn="ctr">
                  <a:lnSpc>
                    <a:spcPts val="2486"/>
                  </a:lnSpc>
                </a:pPr>
                <a:endParaRPr/>
              </a:p>
            </p:txBody>
          </p:sp>
        </p:grpSp>
        <p:grpSp>
          <p:nvGrpSpPr>
            <p:cNvPr id="36" name="Group 36"/>
            <p:cNvGrpSpPr/>
            <p:nvPr/>
          </p:nvGrpSpPr>
          <p:grpSpPr>
            <a:xfrm rot="-729709">
              <a:off x="3337933" y="1236507"/>
              <a:ext cx="3066014" cy="4599021"/>
              <a:chOff x="0" y="0"/>
              <a:chExt cx="406400" cy="609600"/>
            </a:xfrm>
          </p:grpSpPr>
          <p:sp>
            <p:nvSpPr>
              <p:cNvPr id="37" name="Freeform 37"/>
              <p:cNvSpPr/>
              <p:nvPr/>
            </p:nvSpPr>
            <p:spPr>
              <a:xfrm>
                <a:off x="0" y="0"/>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gradFill rotWithShape="1">
                <a:gsLst>
                  <a:gs pos="0">
                    <a:srgbClr val="CDFFD8">
                      <a:alpha val="60000"/>
                    </a:srgbClr>
                  </a:gs>
                  <a:gs pos="100000">
                    <a:srgbClr val="94B9FF">
                      <a:alpha val="60000"/>
                    </a:srgbClr>
                  </a:gs>
                </a:gsLst>
                <a:lin ang="0"/>
              </a:gradFill>
            </p:spPr>
          </p:sp>
          <p:sp>
            <p:nvSpPr>
              <p:cNvPr id="38" name="TextBox 38"/>
              <p:cNvSpPr txBox="1"/>
              <p:nvPr/>
            </p:nvSpPr>
            <p:spPr>
              <a:xfrm>
                <a:off x="101600" y="-57150"/>
                <a:ext cx="203200" cy="666750"/>
              </a:xfrm>
              <a:prstGeom prst="rect">
                <a:avLst/>
              </a:prstGeom>
            </p:spPr>
            <p:txBody>
              <a:bodyPr lIns="50800" tIns="50800" rIns="50800" bIns="50800" rtlCol="0" anchor="ctr"/>
              <a:lstStyle/>
              <a:p>
                <a:pPr algn="ctr">
                  <a:lnSpc>
                    <a:spcPts val="2486"/>
                  </a:lnSpc>
                </a:pPr>
                <a:endParaRPr/>
              </a:p>
            </p:txBody>
          </p:sp>
        </p:grpSp>
      </p:grpSp>
      <p:sp>
        <p:nvSpPr>
          <p:cNvPr id="39" name="Freeform 39"/>
          <p:cNvSpPr/>
          <p:nvPr/>
        </p:nvSpPr>
        <p:spPr>
          <a:xfrm>
            <a:off x="15245913" y="9258300"/>
            <a:ext cx="2595326" cy="648832"/>
          </a:xfrm>
          <a:custGeom>
            <a:avLst/>
            <a:gdLst/>
            <a:ahLst/>
            <a:cxnLst/>
            <a:rect l="l" t="t" r="r" b="b"/>
            <a:pathLst>
              <a:path w="2595326" h="648832">
                <a:moveTo>
                  <a:pt x="0" y="0"/>
                </a:moveTo>
                <a:lnTo>
                  <a:pt x="2595326" y="0"/>
                </a:lnTo>
                <a:lnTo>
                  <a:pt x="2595326" y="648832"/>
                </a:lnTo>
                <a:lnTo>
                  <a:pt x="0" y="648832"/>
                </a:lnTo>
                <a:lnTo>
                  <a:pt x="0" y="0"/>
                </a:lnTo>
                <a:close/>
              </a:path>
            </a:pathLst>
          </a:custGeom>
          <a:blipFill>
            <a:blip r:embed="rId6"/>
            <a:stretch>
              <a:fillRect/>
            </a:stretch>
          </a:blipFill>
        </p:spPr>
      </p:sp>
      <p:sp>
        <p:nvSpPr>
          <p:cNvPr id="40" name="TextBox 40"/>
          <p:cNvSpPr txBox="1"/>
          <p:nvPr/>
        </p:nvSpPr>
        <p:spPr>
          <a:xfrm>
            <a:off x="2687912" y="3649342"/>
            <a:ext cx="6235642" cy="2963178"/>
          </a:xfrm>
          <a:prstGeom prst="rect">
            <a:avLst/>
          </a:prstGeom>
        </p:spPr>
        <p:txBody>
          <a:bodyPr lIns="0" tIns="0" rIns="0" bIns="0" rtlCol="0" anchor="t">
            <a:spAutoFit/>
          </a:bodyPr>
          <a:lstStyle/>
          <a:p>
            <a:pPr algn="just">
              <a:lnSpc>
                <a:spcPts val="4738"/>
              </a:lnSpc>
            </a:pPr>
            <a:r>
              <a:rPr lang="en-US" sz="2267">
                <a:solidFill>
                  <a:srgbClr val="FEFEFF"/>
                </a:solidFill>
                <a:latin typeface="Poppins"/>
                <a:ea typeface="Poppins"/>
                <a:cs typeface="Poppins"/>
                <a:sym typeface="Poppins"/>
              </a:rPr>
              <a:t>User Interface atau UI adalah semua yang berhubungan dengan tampilan/visual design dari sebuah produk yang memungkinkan pengguna terhubung dan berinteraksi dengan produk tersebut.</a:t>
            </a:r>
          </a:p>
        </p:txBody>
      </p:sp>
      <p:sp>
        <p:nvSpPr>
          <p:cNvPr id="41" name="TextBox 41"/>
          <p:cNvSpPr txBox="1"/>
          <p:nvPr/>
        </p:nvSpPr>
        <p:spPr>
          <a:xfrm>
            <a:off x="2687912" y="2551084"/>
            <a:ext cx="13028986" cy="840720"/>
          </a:xfrm>
          <a:prstGeom prst="rect">
            <a:avLst/>
          </a:prstGeom>
        </p:spPr>
        <p:txBody>
          <a:bodyPr lIns="0" tIns="0" rIns="0" bIns="0" rtlCol="0" anchor="t">
            <a:spAutoFit/>
          </a:bodyPr>
          <a:lstStyle/>
          <a:p>
            <a:pPr algn="l">
              <a:lnSpc>
                <a:spcPts val="6438"/>
              </a:lnSpc>
            </a:pPr>
            <a:r>
              <a:rPr lang="en-US" sz="6132" spc="122">
                <a:solidFill>
                  <a:srgbClr val="FEFEFF"/>
                </a:solidFill>
                <a:latin typeface="Norwester"/>
                <a:ea typeface="Norwester"/>
                <a:cs typeface="Norwester"/>
                <a:sym typeface="Norwester"/>
              </a:rPr>
              <a:t>USER INTERFACE (UI)</a:t>
            </a:r>
          </a:p>
        </p:txBody>
      </p:sp>
      <p:sp>
        <p:nvSpPr>
          <p:cNvPr id="42" name="TextBox 42"/>
          <p:cNvSpPr txBox="1"/>
          <p:nvPr/>
        </p:nvSpPr>
        <p:spPr>
          <a:xfrm>
            <a:off x="9481256" y="3649342"/>
            <a:ext cx="6235642" cy="4763403"/>
          </a:xfrm>
          <a:prstGeom prst="rect">
            <a:avLst/>
          </a:prstGeom>
        </p:spPr>
        <p:txBody>
          <a:bodyPr lIns="0" tIns="0" rIns="0" bIns="0" rtlCol="0" anchor="t">
            <a:spAutoFit/>
          </a:bodyPr>
          <a:lstStyle/>
          <a:p>
            <a:pPr algn="just">
              <a:lnSpc>
                <a:spcPts val="4738"/>
              </a:lnSpc>
            </a:pPr>
            <a:r>
              <a:rPr lang="en-US" sz="2267">
                <a:solidFill>
                  <a:srgbClr val="FEFEFF"/>
                </a:solidFill>
                <a:latin typeface="Poppins"/>
                <a:ea typeface="Poppins"/>
                <a:cs typeface="Poppins"/>
                <a:sym typeface="Poppins"/>
              </a:rPr>
              <a:t>Peranya sangat penting karena bisa menjadi first impression pengguna dan bisa menjadi penentu produk yang kita buat, user interface bisa juga di artikan sebagai tapilan keseluruhan yang meliputi warna, tipografi dan layout yang menentukan nyaman/tidaknya suatu produk saat pengguna menggunakanya.</a:t>
            </a:r>
          </a:p>
        </p:txBody>
      </p:sp>
      <p:sp>
        <p:nvSpPr>
          <p:cNvPr id="43" name="TextBox 43"/>
          <p:cNvSpPr txBox="1"/>
          <p:nvPr/>
        </p:nvSpPr>
        <p:spPr>
          <a:xfrm>
            <a:off x="2687912" y="1902482"/>
            <a:ext cx="1544938" cy="562878"/>
          </a:xfrm>
          <a:prstGeom prst="rect">
            <a:avLst/>
          </a:prstGeom>
        </p:spPr>
        <p:txBody>
          <a:bodyPr lIns="0" tIns="0" rIns="0" bIns="0" rtlCol="0" anchor="t">
            <a:spAutoFit/>
          </a:bodyPr>
          <a:lstStyle/>
          <a:p>
            <a:pPr algn="just">
              <a:lnSpc>
                <a:spcPts val="4738"/>
              </a:lnSpc>
            </a:pPr>
            <a:r>
              <a:rPr lang="en-US" sz="2267">
                <a:solidFill>
                  <a:srgbClr val="FEFEFF"/>
                </a:solidFill>
                <a:latin typeface="Poppins"/>
                <a:ea typeface="Poppins"/>
                <a:cs typeface="Poppins"/>
                <a:sym typeface="Poppins"/>
              </a:rPr>
              <a:t>Apa Itu</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2940"/>
        </a:solidFill>
        <a:effectLst/>
      </p:bgPr>
    </p:bg>
    <p:spTree>
      <p:nvGrpSpPr>
        <p:cNvPr id="1" name=""/>
        <p:cNvGrpSpPr/>
        <p:nvPr/>
      </p:nvGrpSpPr>
      <p:grpSpPr>
        <a:xfrm>
          <a:off x="0" y="0"/>
          <a:ext cx="0" cy="0"/>
          <a:chOff x="0" y="0"/>
          <a:chExt cx="0" cy="0"/>
        </a:xfrm>
      </p:grpSpPr>
      <p:sp>
        <p:nvSpPr>
          <p:cNvPr id="2" name="Freeform 2"/>
          <p:cNvSpPr/>
          <p:nvPr/>
        </p:nvSpPr>
        <p:spPr>
          <a:xfrm>
            <a:off x="9525"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15000"/>
            </a:blip>
            <a:stretch>
              <a:fillRect/>
            </a:stretch>
          </a:blipFill>
        </p:spPr>
      </p:sp>
      <p:grpSp>
        <p:nvGrpSpPr>
          <p:cNvPr id="3" name="Group 3"/>
          <p:cNvGrpSpPr/>
          <p:nvPr/>
        </p:nvGrpSpPr>
        <p:grpSpPr>
          <a:xfrm>
            <a:off x="7510084" y="732996"/>
            <a:ext cx="3267833" cy="591408"/>
            <a:chOff x="0" y="0"/>
            <a:chExt cx="4357110" cy="788544"/>
          </a:xfrm>
        </p:grpSpPr>
        <p:sp>
          <p:nvSpPr>
            <p:cNvPr id="4" name="Freeform 4"/>
            <p:cNvSpPr/>
            <p:nvPr/>
          </p:nvSpPr>
          <p:spPr>
            <a:xfrm>
              <a:off x="0" y="0"/>
              <a:ext cx="732988" cy="732988"/>
            </a:xfrm>
            <a:custGeom>
              <a:avLst/>
              <a:gdLst/>
              <a:ahLst/>
              <a:cxnLst/>
              <a:rect l="l" t="t" r="r" b="b"/>
              <a:pathLst>
                <a:path w="732988" h="732988">
                  <a:moveTo>
                    <a:pt x="0" y="0"/>
                  </a:moveTo>
                  <a:lnTo>
                    <a:pt x="732988" y="0"/>
                  </a:lnTo>
                  <a:lnTo>
                    <a:pt x="732988" y="732988"/>
                  </a:lnTo>
                  <a:lnTo>
                    <a:pt x="0" y="732988"/>
                  </a:lnTo>
                  <a:lnTo>
                    <a:pt x="0" y="0"/>
                  </a:lnTo>
                  <a:close/>
                </a:path>
              </a:pathLst>
            </a:custGeom>
            <a:blipFill>
              <a:blip r:embed="rId3"/>
              <a:stretch>
                <a:fillRect/>
              </a:stretch>
            </a:blipFill>
          </p:spPr>
        </p:sp>
        <p:sp>
          <p:nvSpPr>
            <p:cNvPr id="5" name="Freeform 5"/>
            <p:cNvSpPr/>
            <p:nvPr/>
          </p:nvSpPr>
          <p:spPr>
            <a:xfrm>
              <a:off x="935429" y="0"/>
              <a:ext cx="732988" cy="732988"/>
            </a:xfrm>
            <a:custGeom>
              <a:avLst/>
              <a:gdLst/>
              <a:ahLst/>
              <a:cxnLst/>
              <a:rect l="l" t="t" r="r" b="b"/>
              <a:pathLst>
                <a:path w="732988" h="732988">
                  <a:moveTo>
                    <a:pt x="0" y="0"/>
                  </a:moveTo>
                  <a:lnTo>
                    <a:pt x="732988" y="0"/>
                  </a:lnTo>
                  <a:lnTo>
                    <a:pt x="732988" y="732988"/>
                  </a:lnTo>
                  <a:lnTo>
                    <a:pt x="0" y="732988"/>
                  </a:lnTo>
                  <a:lnTo>
                    <a:pt x="0" y="0"/>
                  </a:lnTo>
                  <a:close/>
                </a:path>
              </a:pathLst>
            </a:custGeom>
            <a:blipFill>
              <a:blip r:embed="rId4"/>
              <a:stretch>
                <a:fillRect/>
              </a:stretch>
            </a:blipFill>
          </p:spPr>
        </p:sp>
        <p:sp>
          <p:nvSpPr>
            <p:cNvPr id="6" name="Freeform 6"/>
            <p:cNvSpPr/>
            <p:nvPr/>
          </p:nvSpPr>
          <p:spPr>
            <a:xfrm>
              <a:off x="1872405" y="55556"/>
              <a:ext cx="2484706" cy="732988"/>
            </a:xfrm>
            <a:custGeom>
              <a:avLst/>
              <a:gdLst/>
              <a:ahLst/>
              <a:cxnLst/>
              <a:rect l="l" t="t" r="r" b="b"/>
              <a:pathLst>
                <a:path w="2484706" h="732988">
                  <a:moveTo>
                    <a:pt x="0" y="0"/>
                  </a:moveTo>
                  <a:lnTo>
                    <a:pt x="2484705" y="0"/>
                  </a:lnTo>
                  <a:lnTo>
                    <a:pt x="2484705" y="732988"/>
                  </a:lnTo>
                  <a:lnTo>
                    <a:pt x="0" y="732988"/>
                  </a:lnTo>
                  <a:lnTo>
                    <a:pt x="0" y="0"/>
                  </a:lnTo>
                  <a:close/>
                </a:path>
              </a:pathLst>
            </a:custGeom>
            <a:blipFill>
              <a:blip r:embed="rId5"/>
              <a:stretch>
                <a:fillRect/>
              </a:stretch>
            </a:blipFill>
          </p:spPr>
        </p:sp>
      </p:grpSp>
      <p:grpSp>
        <p:nvGrpSpPr>
          <p:cNvPr id="7" name="Group 7"/>
          <p:cNvGrpSpPr/>
          <p:nvPr/>
        </p:nvGrpSpPr>
        <p:grpSpPr>
          <a:xfrm>
            <a:off x="13819395" y="-1307921"/>
            <a:ext cx="7040355" cy="6307586"/>
            <a:chOff x="0" y="0"/>
            <a:chExt cx="9387141" cy="8410115"/>
          </a:xfrm>
        </p:grpSpPr>
        <p:grpSp>
          <p:nvGrpSpPr>
            <p:cNvPr id="8" name="Group 8"/>
            <p:cNvGrpSpPr/>
            <p:nvPr/>
          </p:nvGrpSpPr>
          <p:grpSpPr>
            <a:xfrm>
              <a:off x="4693570" y="0"/>
              <a:ext cx="4693570" cy="8410115"/>
              <a:chOff x="0" y="0"/>
              <a:chExt cx="948267" cy="1699140"/>
            </a:xfrm>
          </p:grpSpPr>
          <p:sp>
            <p:nvSpPr>
              <p:cNvPr id="9" name="Freeform 9"/>
              <p:cNvSpPr/>
              <p:nvPr/>
            </p:nvSpPr>
            <p:spPr>
              <a:xfrm>
                <a:off x="0" y="0"/>
                <a:ext cx="948267" cy="1699140"/>
              </a:xfrm>
              <a:custGeom>
                <a:avLst/>
                <a:gdLst/>
                <a:ahLst/>
                <a:cxnLst/>
                <a:rect l="l" t="t" r="r" b="b"/>
                <a:pathLst>
                  <a:path w="948267" h="1699140">
                    <a:moveTo>
                      <a:pt x="0" y="849570"/>
                    </a:moveTo>
                    <a:lnTo>
                      <a:pt x="406400" y="0"/>
                    </a:lnTo>
                    <a:lnTo>
                      <a:pt x="406400" y="203200"/>
                    </a:lnTo>
                    <a:lnTo>
                      <a:pt x="948267" y="203200"/>
                    </a:lnTo>
                    <a:lnTo>
                      <a:pt x="948267" y="1495940"/>
                    </a:lnTo>
                    <a:lnTo>
                      <a:pt x="406400" y="1495940"/>
                    </a:lnTo>
                    <a:lnTo>
                      <a:pt x="406400" y="1699140"/>
                    </a:lnTo>
                    <a:lnTo>
                      <a:pt x="0" y="849570"/>
                    </a:lnTo>
                    <a:close/>
                  </a:path>
                </a:pathLst>
              </a:custGeom>
              <a:gradFill rotWithShape="1">
                <a:gsLst>
                  <a:gs pos="0">
                    <a:srgbClr val="CDFFD8">
                      <a:alpha val="100000"/>
                    </a:srgbClr>
                  </a:gs>
                  <a:gs pos="100000">
                    <a:srgbClr val="94B9FF">
                      <a:alpha val="100000"/>
                    </a:srgbClr>
                  </a:gs>
                </a:gsLst>
                <a:lin ang="0"/>
              </a:gradFill>
            </p:spPr>
          </p:sp>
          <p:sp>
            <p:nvSpPr>
              <p:cNvPr id="10" name="TextBox 10"/>
              <p:cNvSpPr txBox="1"/>
              <p:nvPr/>
            </p:nvSpPr>
            <p:spPr>
              <a:xfrm>
                <a:off x="101600" y="146050"/>
                <a:ext cx="846667" cy="1349890"/>
              </a:xfrm>
              <a:prstGeom prst="rect">
                <a:avLst/>
              </a:prstGeom>
            </p:spPr>
            <p:txBody>
              <a:bodyPr lIns="50800" tIns="50800" rIns="50800" bIns="50800" rtlCol="0" anchor="ctr"/>
              <a:lstStyle/>
              <a:p>
                <a:pPr algn="ctr">
                  <a:lnSpc>
                    <a:spcPts val="2486"/>
                  </a:lnSpc>
                </a:pPr>
                <a:endParaRPr/>
              </a:p>
            </p:txBody>
          </p:sp>
        </p:grpSp>
        <p:grpSp>
          <p:nvGrpSpPr>
            <p:cNvPr id="11" name="Group 11"/>
            <p:cNvGrpSpPr/>
            <p:nvPr/>
          </p:nvGrpSpPr>
          <p:grpSpPr>
            <a:xfrm>
              <a:off x="2682040" y="2390174"/>
              <a:ext cx="4023060" cy="1814884"/>
              <a:chOff x="0" y="0"/>
              <a:chExt cx="812800" cy="366671"/>
            </a:xfrm>
          </p:grpSpPr>
          <p:sp>
            <p:nvSpPr>
              <p:cNvPr id="12" name="Freeform 12"/>
              <p:cNvSpPr/>
              <p:nvPr/>
            </p:nvSpPr>
            <p:spPr>
              <a:xfrm>
                <a:off x="0" y="0"/>
                <a:ext cx="812800" cy="366671"/>
              </a:xfrm>
              <a:custGeom>
                <a:avLst/>
                <a:gdLst/>
                <a:ahLst/>
                <a:cxnLst/>
                <a:rect l="l" t="t" r="r" b="b"/>
                <a:pathLst>
                  <a:path w="812800" h="366671">
                    <a:moveTo>
                      <a:pt x="609600" y="0"/>
                    </a:moveTo>
                    <a:lnTo>
                      <a:pt x="0" y="0"/>
                    </a:lnTo>
                    <a:lnTo>
                      <a:pt x="203200" y="366671"/>
                    </a:lnTo>
                    <a:lnTo>
                      <a:pt x="812800" y="366671"/>
                    </a:lnTo>
                    <a:lnTo>
                      <a:pt x="609600" y="0"/>
                    </a:lnTo>
                    <a:close/>
                  </a:path>
                </a:pathLst>
              </a:custGeom>
              <a:solidFill>
                <a:srgbClr val="144D5F"/>
              </a:solidFill>
            </p:spPr>
          </p:sp>
          <p:sp>
            <p:nvSpPr>
              <p:cNvPr id="13" name="TextBox 13"/>
              <p:cNvSpPr txBox="1"/>
              <p:nvPr/>
            </p:nvSpPr>
            <p:spPr>
              <a:xfrm>
                <a:off x="101600" y="-57150"/>
                <a:ext cx="609600" cy="423821"/>
              </a:xfrm>
              <a:prstGeom prst="rect">
                <a:avLst/>
              </a:prstGeom>
            </p:spPr>
            <p:txBody>
              <a:bodyPr lIns="50800" tIns="50800" rIns="50800" bIns="50800" rtlCol="0" anchor="ctr"/>
              <a:lstStyle/>
              <a:p>
                <a:pPr algn="ctr">
                  <a:lnSpc>
                    <a:spcPts val="2486"/>
                  </a:lnSpc>
                </a:pPr>
                <a:endParaRPr/>
              </a:p>
            </p:txBody>
          </p:sp>
        </p:grpSp>
        <p:grpSp>
          <p:nvGrpSpPr>
            <p:cNvPr id="14" name="Group 14"/>
            <p:cNvGrpSpPr/>
            <p:nvPr/>
          </p:nvGrpSpPr>
          <p:grpSpPr>
            <a:xfrm>
              <a:off x="0" y="500864"/>
              <a:ext cx="7716008" cy="2011530"/>
              <a:chOff x="0" y="0"/>
              <a:chExt cx="1558906" cy="406400"/>
            </a:xfrm>
          </p:grpSpPr>
          <p:sp>
            <p:nvSpPr>
              <p:cNvPr id="15" name="Freeform 15"/>
              <p:cNvSpPr/>
              <p:nvPr/>
            </p:nvSpPr>
            <p:spPr>
              <a:xfrm>
                <a:off x="0" y="0"/>
                <a:ext cx="1558906" cy="406400"/>
              </a:xfrm>
              <a:custGeom>
                <a:avLst/>
                <a:gdLst/>
                <a:ahLst/>
                <a:cxnLst/>
                <a:rect l="l" t="t" r="r" b="b"/>
                <a:pathLst>
                  <a:path w="1558906" h="406400">
                    <a:moveTo>
                      <a:pt x="1355706" y="0"/>
                    </a:moveTo>
                    <a:cubicBezTo>
                      <a:pt x="1467930" y="0"/>
                      <a:pt x="1558906" y="90976"/>
                      <a:pt x="1558906" y="203200"/>
                    </a:cubicBezTo>
                    <a:cubicBezTo>
                      <a:pt x="1558906" y="315424"/>
                      <a:pt x="1467930" y="406400"/>
                      <a:pt x="1355706" y="406400"/>
                    </a:cubicBezTo>
                    <a:lnTo>
                      <a:pt x="203200" y="406400"/>
                    </a:lnTo>
                    <a:cubicBezTo>
                      <a:pt x="90976" y="406400"/>
                      <a:pt x="0" y="315424"/>
                      <a:pt x="0" y="203200"/>
                    </a:cubicBezTo>
                    <a:cubicBezTo>
                      <a:pt x="0" y="90976"/>
                      <a:pt x="90976" y="0"/>
                      <a:pt x="203200" y="0"/>
                    </a:cubicBezTo>
                    <a:close/>
                  </a:path>
                </a:pathLst>
              </a:custGeom>
              <a:solidFill>
                <a:srgbClr val="46A0B1"/>
              </a:solidFill>
            </p:spPr>
          </p:sp>
          <p:sp>
            <p:nvSpPr>
              <p:cNvPr id="16" name="TextBox 16"/>
              <p:cNvSpPr txBox="1"/>
              <p:nvPr/>
            </p:nvSpPr>
            <p:spPr>
              <a:xfrm>
                <a:off x="0" y="-57150"/>
                <a:ext cx="1558906" cy="463550"/>
              </a:xfrm>
              <a:prstGeom prst="rect">
                <a:avLst/>
              </a:prstGeom>
            </p:spPr>
            <p:txBody>
              <a:bodyPr lIns="50800" tIns="50800" rIns="50800" bIns="50800" rtlCol="0" anchor="ctr"/>
              <a:lstStyle/>
              <a:p>
                <a:pPr algn="ctr">
                  <a:lnSpc>
                    <a:spcPts val="2486"/>
                  </a:lnSpc>
                </a:pPr>
                <a:endParaRPr/>
              </a:p>
            </p:txBody>
          </p:sp>
        </p:grpSp>
        <p:grpSp>
          <p:nvGrpSpPr>
            <p:cNvPr id="17" name="Group 17"/>
            <p:cNvGrpSpPr/>
            <p:nvPr/>
          </p:nvGrpSpPr>
          <p:grpSpPr>
            <a:xfrm>
              <a:off x="4693570" y="181997"/>
              <a:ext cx="4023060" cy="4023060"/>
              <a:chOff x="0" y="0"/>
              <a:chExt cx="812800" cy="812800"/>
            </a:xfrm>
          </p:grpSpPr>
          <p:sp>
            <p:nvSpPr>
              <p:cNvPr id="18" name="Freeform 18"/>
              <p:cNvSpPr/>
              <p:nvPr/>
            </p:nvSpPr>
            <p:spPr>
              <a:xfrm>
                <a:off x="0" y="0"/>
                <a:ext cx="812800" cy="812800"/>
              </a:xfrm>
              <a:custGeom>
                <a:avLst/>
                <a:gdLst/>
                <a:ahLst/>
                <a:cxnLst/>
                <a:rect l="l" t="t" r="r" b="b"/>
                <a:pathLst>
                  <a:path w="812800" h="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46A0B1"/>
              </a:solidFill>
            </p:spPr>
          </p:sp>
          <p:sp>
            <p:nvSpPr>
              <p:cNvPr id="19" name="TextBox 19"/>
              <p:cNvSpPr txBox="1"/>
              <p:nvPr/>
            </p:nvSpPr>
            <p:spPr>
              <a:xfrm>
                <a:off x="203200" y="-57150"/>
                <a:ext cx="406400" cy="768350"/>
              </a:xfrm>
              <a:prstGeom prst="rect">
                <a:avLst/>
              </a:prstGeom>
            </p:spPr>
            <p:txBody>
              <a:bodyPr lIns="50800" tIns="50800" rIns="50800" bIns="50800" rtlCol="0" anchor="ctr"/>
              <a:lstStyle/>
              <a:p>
                <a:pPr algn="ctr">
                  <a:lnSpc>
                    <a:spcPts val="2486"/>
                  </a:lnSpc>
                </a:pPr>
                <a:endParaRPr/>
              </a:p>
            </p:txBody>
          </p:sp>
        </p:grpSp>
        <p:grpSp>
          <p:nvGrpSpPr>
            <p:cNvPr id="20" name="Group 20"/>
            <p:cNvGrpSpPr/>
            <p:nvPr/>
          </p:nvGrpSpPr>
          <p:grpSpPr>
            <a:xfrm rot="-421994">
              <a:off x="1547198" y="1087681"/>
              <a:ext cx="3507933" cy="5261900"/>
              <a:chOff x="0" y="0"/>
              <a:chExt cx="406400" cy="609600"/>
            </a:xfrm>
          </p:grpSpPr>
          <p:sp>
            <p:nvSpPr>
              <p:cNvPr id="21" name="Freeform 21"/>
              <p:cNvSpPr/>
              <p:nvPr/>
            </p:nvSpPr>
            <p:spPr>
              <a:xfrm>
                <a:off x="0" y="0"/>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gradFill rotWithShape="1">
                <a:gsLst>
                  <a:gs pos="0">
                    <a:srgbClr val="CDFFD8">
                      <a:alpha val="60000"/>
                    </a:srgbClr>
                  </a:gs>
                  <a:gs pos="100000">
                    <a:srgbClr val="94B9FF">
                      <a:alpha val="60000"/>
                    </a:srgbClr>
                  </a:gs>
                </a:gsLst>
                <a:lin ang="0"/>
              </a:gradFill>
            </p:spPr>
          </p:sp>
          <p:sp>
            <p:nvSpPr>
              <p:cNvPr id="22" name="TextBox 22"/>
              <p:cNvSpPr txBox="1"/>
              <p:nvPr/>
            </p:nvSpPr>
            <p:spPr>
              <a:xfrm>
                <a:off x="101600" y="-57150"/>
                <a:ext cx="203200" cy="666750"/>
              </a:xfrm>
              <a:prstGeom prst="rect">
                <a:avLst/>
              </a:prstGeom>
            </p:spPr>
            <p:txBody>
              <a:bodyPr lIns="50800" tIns="50800" rIns="50800" bIns="50800" rtlCol="0" anchor="ctr"/>
              <a:lstStyle/>
              <a:p>
                <a:pPr algn="ctr">
                  <a:lnSpc>
                    <a:spcPts val="2486"/>
                  </a:lnSpc>
                </a:pPr>
                <a:endParaRPr/>
              </a:p>
            </p:txBody>
          </p:sp>
        </p:grpSp>
      </p:grpSp>
      <p:grpSp>
        <p:nvGrpSpPr>
          <p:cNvPr id="23" name="Group 23"/>
          <p:cNvGrpSpPr/>
          <p:nvPr/>
        </p:nvGrpSpPr>
        <p:grpSpPr>
          <a:xfrm>
            <a:off x="-1705191" y="6469644"/>
            <a:ext cx="5713901" cy="4834459"/>
            <a:chOff x="0" y="0"/>
            <a:chExt cx="7618535" cy="6445946"/>
          </a:xfrm>
        </p:grpSpPr>
        <p:grpSp>
          <p:nvGrpSpPr>
            <p:cNvPr id="24" name="Group 24"/>
            <p:cNvGrpSpPr/>
            <p:nvPr/>
          </p:nvGrpSpPr>
          <p:grpSpPr>
            <a:xfrm>
              <a:off x="0" y="0"/>
              <a:ext cx="3516247" cy="6084231"/>
              <a:chOff x="0" y="0"/>
              <a:chExt cx="812800" cy="1406404"/>
            </a:xfrm>
          </p:grpSpPr>
          <p:sp>
            <p:nvSpPr>
              <p:cNvPr id="25" name="Freeform 25"/>
              <p:cNvSpPr/>
              <p:nvPr/>
            </p:nvSpPr>
            <p:spPr>
              <a:xfrm>
                <a:off x="0" y="0"/>
                <a:ext cx="812800" cy="1406404"/>
              </a:xfrm>
              <a:custGeom>
                <a:avLst/>
                <a:gdLst/>
                <a:ahLst/>
                <a:cxnLst/>
                <a:rect l="l" t="t" r="r" b="b"/>
                <a:pathLst>
                  <a:path w="812800" h="1406404">
                    <a:moveTo>
                      <a:pt x="812800" y="703202"/>
                    </a:moveTo>
                    <a:lnTo>
                      <a:pt x="406400" y="0"/>
                    </a:lnTo>
                    <a:lnTo>
                      <a:pt x="406400" y="203200"/>
                    </a:lnTo>
                    <a:lnTo>
                      <a:pt x="0" y="203200"/>
                    </a:lnTo>
                    <a:lnTo>
                      <a:pt x="0" y="1203204"/>
                    </a:lnTo>
                    <a:lnTo>
                      <a:pt x="406400" y="1203204"/>
                    </a:lnTo>
                    <a:lnTo>
                      <a:pt x="406400" y="1406404"/>
                    </a:lnTo>
                    <a:lnTo>
                      <a:pt x="812800" y="703202"/>
                    </a:lnTo>
                    <a:close/>
                  </a:path>
                </a:pathLst>
              </a:custGeom>
              <a:gradFill rotWithShape="1">
                <a:gsLst>
                  <a:gs pos="0">
                    <a:srgbClr val="CDFFD8">
                      <a:alpha val="100000"/>
                    </a:srgbClr>
                  </a:gs>
                  <a:gs pos="100000">
                    <a:srgbClr val="94B9FF">
                      <a:alpha val="100000"/>
                    </a:srgbClr>
                  </a:gs>
                </a:gsLst>
                <a:lin ang="0"/>
              </a:gradFill>
            </p:spPr>
          </p:sp>
          <p:sp>
            <p:nvSpPr>
              <p:cNvPr id="26" name="TextBox 26"/>
              <p:cNvSpPr txBox="1"/>
              <p:nvPr/>
            </p:nvSpPr>
            <p:spPr>
              <a:xfrm>
                <a:off x="0" y="146050"/>
                <a:ext cx="711200" cy="1057154"/>
              </a:xfrm>
              <a:prstGeom prst="rect">
                <a:avLst/>
              </a:prstGeom>
            </p:spPr>
            <p:txBody>
              <a:bodyPr lIns="50800" tIns="50800" rIns="50800" bIns="50800" rtlCol="0" anchor="ctr"/>
              <a:lstStyle/>
              <a:p>
                <a:pPr algn="ctr">
                  <a:lnSpc>
                    <a:spcPts val="2486"/>
                  </a:lnSpc>
                </a:pPr>
                <a:endParaRPr/>
              </a:p>
            </p:txBody>
          </p:sp>
        </p:grpSp>
        <p:grpSp>
          <p:nvGrpSpPr>
            <p:cNvPr id="27" name="Group 27"/>
            <p:cNvGrpSpPr/>
            <p:nvPr/>
          </p:nvGrpSpPr>
          <p:grpSpPr>
            <a:xfrm>
              <a:off x="1758123" y="3007515"/>
              <a:ext cx="3516247" cy="2637185"/>
              <a:chOff x="0" y="0"/>
              <a:chExt cx="812800" cy="609600"/>
            </a:xfrm>
          </p:grpSpPr>
          <p:sp>
            <p:nvSpPr>
              <p:cNvPr id="28" name="Freeform 28"/>
              <p:cNvSpPr/>
              <p:nvPr/>
            </p:nvSpPr>
            <p:spPr>
              <a:xfrm>
                <a:off x="0" y="0"/>
                <a:ext cx="812800" cy="609600"/>
              </a:xfrm>
              <a:custGeom>
                <a:avLst/>
                <a:gdLst/>
                <a:ahLst/>
                <a:cxnLst/>
                <a:rect l="l" t="t" r="r" b="b"/>
                <a:pathLst>
                  <a:path w="812800" h="609600">
                    <a:moveTo>
                      <a:pt x="609600" y="0"/>
                    </a:moveTo>
                    <a:lnTo>
                      <a:pt x="0" y="0"/>
                    </a:lnTo>
                    <a:lnTo>
                      <a:pt x="203200" y="609600"/>
                    </a:lnTo>
                    <a:lnTo>
                      <a:pt x="812800" y="609600"/>
                    </a:lnTo>
                    <a:lnTo>
                      <a:pt x="609600" y="0"/>
                    </a:lnTo>
                    <a:close/>
                  </a:path>
                </a:pathLst>
              </a:custGeom>
              <a:solidFill>
                <a:srgbClr val="144D5F"/>
              </a:solidFill>
            </p:spPr>
          </p:sp>
          <p:sp>
            <p:nvSpPr>
              <p:cNvPr id="29" name="TextBox 29"/>
              <p:cNvSpPr txBox="1"/>
              <p:nvPr/>
            </p:nvSpPr>
            <p:spPr>
              <a:xfrm>
                <a:off x="101600" y="-57150"/>
                <a:ext cx="609600" cy="666750"/>
              </a:xfrm>
              <a:prstGeom prst="rect">
                <a:avLst/>
              </a:prstGeom>
            </p:spPr>
            <p:txBody>
              <a:bodyPr lIns="50800" tIns="50800" rIns="50800" bIns="50800" rtlCol="0" anchor="ctr"/>
              <a:lstStyle/>
              <a:p>
                <a:pPr algn="ctr">
                  <a:lnSpc>
                    <a:spcPts val="2486"/>
                  </a:lnSpc>
                </a:pPr>
                <a:endParaRPr/>
              </a:p>
            </p:txBody>
          </p:sp>
        </p:grpSp>
        <p:grpSp>
          <p:nvGrpSpPr>
            <p:cNvPr id="30" name="Group 30"/>
            <p:cNvGrpSpPr/>
            <p:nvPr/>
          </p:nvGrpSpPr>
          <p:grpSpPr>
            <a:xfrm>
              <a:off x="435526" y="4326107"/>
              <a:ext cx="7183009" cy="1758123"/>
              <a:chOff x="0" y="0"/>
              <a:chExt cx="1660392" cy="406400"/>
            </a:xfrm>
          </p:grpSpPr>
          <p:sp>
            <p:nvSpPr>
              <p:cNvPr id="31" name="Freeform 31"/>
              <p:cNvSpPr/>
              <p:nvPr/>
            </p:nvSpPr>
            <p:spPr>
              <a:xfrm>
                <a:off x="0" y="0"/>
                <a:ext cx="1660392" cy="406400"/>
              </a:xfrm>
              <a:custGeom>
                <a:avLst/>
                <a:gdLst/>
                <a:ahLst/>
                <a:cxnLst/>
                <a:rect l="l" t="t" r="r" b="b"/>
                <a:pathLst>
                  <a:path w="1660392" h="406400">
                    <a:moveTo>
                      <a:pt x="1457192" y="0"/>
                    </a:moveTo>
                    <a:cubicBezTo>
                      <a:pt x="1569417" y="0"/>
                      <a:pt x="1660392" y="90976"/>
                      <a:pt x="1660392" y="203200"/>
                    </a:cubicBezTo>
                    <a:cubicBezTo>
                      <a:pt x="1660392" y="315424"/>
                      <a:pt x="1569417" y="406400"/>
                      <a:pt x="1457192" y="406400"/>
                    </a:cubicBezTo>
                    <a:lnTo>
                      <a:pt x="203200" y="406400"/>
                    </a:lnTo>
                    <a:cubicBezTo>
                      <a:pt x="90976" y="406400"/>
                      <a:pt x="0" y="315424"/>
                      <a:pt x="0" y="203200"/>
                    </a:cubicBezTo>
                    <a:cubicBezTo>
                      <a:pt x="0" y="90976"/>
                      <a:pt x="90976" y="0"/>
                      <a:pt x="203200" y="0"/>
                    </a:cubicBezTo>
                    <a:close/>
                  </a:path>
                </a:pathLst>
              </a:custGeom>
              <a:solidFill>
                <a:srgbClr val="46A0B1"/>
              </a:solidFill>
            </p:spPr>
          </p:sp>
          <p:sp>
            <p:nvSpPr>
              <p:cNvPr id="32" name="TextBox 32"/>
              <p:cNvSpPr txBox="1"/>
              <p:nvPr/>
            </p:nvSpPr>
            <p:spPr>
              <a:xfrm>
                <a:off x="0" y="-57150"/>
                <a:ext cx="1660392" cy="463550"/>
              </a:xfrm>
              <a:prstGeom prst="rect">
                <a:avLst/>
              </a:prstGeom>
            </p:spPr>
            <p:txBody>
              <a:bodyPr lIns="50800" tIns="50800" rIns="50800" bIns="50800" rtlCol="0" anchor="ctr"/>
              <a:lstStyle/>
              <a:p>
                <a:pPr algn="ctr">
                  <a:lnSpc>
                    <a:spcPts val="2486"/>
                  </a:lnSpc>
                </a:pPr>
                <a:endParaRPr/>
              </a:p>
            </p:txBody>
          </p:sp>
        </p:grpSp>
        <p:grpSp>
          <p:nvGrpSpPr>
            <p:cNvPr id="33" name="Group 33"/>
            <p:cNvGrpSpPr/>
            <p:nvPr/>
          </p:nvGrpSpPr>
          <p:grpSpPr>
            <a:xfrm>
              <a:off x="0" y="2929699"/>
              <a:ext cx="3516247" cy="3516247"/>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lnTo>
                      <a:pt x="0" y="406400"/>
                    </a:lnTo>
                    <a:lnTo>
                      <a:pt x="203200" y="406400"/>
                    </a:lnTo>
                    <a:lnTo>
                      <a:pt x="203200" y="812800"/>
                    </a:lnTo>
                    <a:lnTo>
                      <a:pt x="609600" y="812800"/>
                    </a:lnTo>
                    <a:lnTo>
                      <a:pt x="609600" y="406400"/>
                    </a:lnTo>
                    <a:lnTo>
                      <a:pt x="812800" y="406400"/>
                    </a:lnTo>
                    <a:lnTo>
                      <a:pt x="406400" y="0"/>
                    </a:lnTo>
                    <a:close/>
                  </a:path>
                </a:pathLst>
              </a:custGeom>
              <a:solidFill>
                <a:srgbClr val="46A0B1"/>
              </a:solidFill>
            </p:spPr>
          </p:sp>
          <p:sp>
            <p:nvSpPr>
              <p:cNvPr id="35" name="TextBox 35"/>
              <p:cNvSpPr txBox="1"/>
              <p:nvPr/>
            </p:nvSpPr>
            <p:spPr>
              <a:xfrm>
                <a:off x="203200" y="44450"/>
                <a:ext cx="406400" cy="768350"/>
              </a:xfrm>
              <a:prstGeom prst="rect">
                <a:avLst/>
              </a:prstGeom>
            </p:spPr>
            <p:txBody>
              <a:bodyPr lIns="50800" tIns="50800" rIns="50800" bIns="50800" rtlCol="0" anchor="ctr"/>
              <a:lstStyle/>
              <a:p>
                <a:pPr algn="ctr">
                  <a:lnSpc>
                    <a:spcPts val="2486"/>
                  </a:lnSpc>
                </a:pPr>
                <a:endParaRPr/>
              </a:p>
            </p:txBody>
          </p:sp>
        </p:grpSp>
        <p:grpSp>
          <p:nvGrpSpPr>
            <p:cNvPr id="36" name="Group 36"/>
            <p:cNvGrpSpPr/>
            <p:nvPr/>
          </p:nvGrpSpPr>
          <p:grpSpPr>
            <a:xfrm rot="-729709">
              <a:off x="3337933" y="1236507"/>
              <a:ext cx="3066014" cy="4599021"/>
              <a:chOff x="0" y="0"/>
              <a:chExt cx="406400" cy="609600"/>
            </a:xfrm>
          </p:grpSpPr>
          <p:sp>
            <p:nvSpPr>
              <p:cNvPr id="37" name="Freeform 37"/>
              <p:cNvSpPr/>
              <p:nvPr/>
            </p:nvSpPr>
            <p:spPr>
              <a:xfrm>
                <a:off x="0" y="0"/>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gradFill rotWithShape="1">
                <a:gsLst>
                  <a:gs pos="0">
                    <a:srgbClr val="CDFFD8">
                      <a:alpha val="60000"/>
                    </a:srgbClr>
                  </a:gs>
                  <a:gs pos="100000">
                    <a:srgbClr val="94B9FF">
                      <a:alpha val="60000"/>
                    </a:srgbClr>
                  </a:gs>
                </a:gsLst>
                <a:lin ang="0"/>
              </a:gradFill>
            </p:spPr>
          </p:sp>
          <p:sp>
            <p:nvSpPr>
              <p:cNvPr id="38" name="TextBox 38"/>
              <p:cNvSpPr txBox="1"/>
              <p:nvPr/>
            </p:nvSpPr>
            <p:spPr>
              <a:xfrm>
                <a:off x="101600" y="-57150"/>
                <a:ext cx="203200" cy="666750"/>
              </a:xfrm>
              <a:prstGeom prst="rect">
                <a:avLst/>
              </a:prstGeom>
            </p:spPr>
            <p:txBody>
              <a:bodyPr lIns="50800" tIns="50800" rIns="50800" bIns="50800" rtlCol="0" anchor="ctr"/>
              <a:lstStyle/>
              <a:p>
                <a:pPr algn="ctr">
                  <a:lnSpc>
                    <a:spcPts val="2486"/>
                  </a:lnSpc>
                </a:pPr>
                <a:endParaRPr/>
              </a:p>
            </p:txBody>
          </p:sp>
        </p:grpSp>
      </p:grpSp>
      <p:sp>
        <p:nvSpPr>
          <p:cNvPr id="39" name="Freeform 39"/>
          <p:cNvSpPr/>
          <p:nvPr/>
        </p:nvSpPr>
        <p:spPr>
          <a:xfrm>
            <a:off x="15245913" y="9258300"/>
            <a:ext cx="2595326" cy="648832"/>
          </a:xfrm>
          <a:custGeom>
            <a:avLst/>
            <a:gdLst/>
            <a:ahLst/>
            <a:cxnLst/>
            <a:rect l="l" t="t" r="r" b="b"/>
            <a:pathLst>
              <a:path w="2595326" h="648832">
                <a:moveTo>
                  <a:pt x="0" y="0"/>
                </a:moveTo>
                <a:lnTo>
                  <a:pt x="2595326" y="0"/>
                </a:lnTo>
                <a:lnTo>
                  <a:pt x="2595326" y="648832"/>
                </a:lnTo>
                <a:lnTo>
                  <a:pt x="0" y="648832"/>
                </a:lnTo>
                <a:lnTo>
                  <a:pt x="0" y="0"/>
                </a:lnTo>
                <a:close/>
              </a:path>
            </a:pathLst>
          </a:custGeom>
          <a:blipFill>
            <a:blip r:embed="rId6"/>
            <a:stretch>
              <a:fillRect/>
            </a:stretch>
          </a:blipFill>
        </p:spPr>
      </p:sp>
      <p:sp>
        <p:nvSpPr>
          <p:cNvPr id="40" name="TextBox 40"/>
          <p:cNvSpPr txBox="1"/>
          <p:nvPr/>
        </p:nvSpPr>
        <p:spPr>
          <a:xfrm>
            <a:off x="2687912" y="4298145"/>
            <a:ext cx="6235642" cy="2363103"/>
          </a:xfrm>
          <a:prstGeom prst="rect">
            <a:avLst/>
          </a:prstGeom>
        </p:spPr>
        <p:txBody>
          <a:bodyPr lIns="0" tIns="0" rIns="0" bIns="0" rtlCol="0" anchor="t">
            <a:spAutoFit/>
          </a:bodyPr>
          <a:lstStyle/>
          <a:p>
            <a:pPr marL="489509" lvl="1" indent="-244754" algn="just">
              <a:lnSpc>
                <a:spcPts val="4738"/>
              </a:lnSpc>
              <a:buAutoNum type="arabicPeriod"/>
            </a:pPr>
            <a:r>
              <a:rPr lang="en-US" sz="2267">
                <a:solidFill>
                  <a:srgbClr val="FEFEFF"/>
                </a:solidFill>
                <a:latin typeface="Poppins"/>
                <a:ea typeface="Poppins"/>
                <a:cs typeface="Poppins"/>
                <a:sym typeface="Poppins"/>
              </a:rPr>
              <a:t> ATM</a:t>
            </a:r>
          </a:p>
          <a:p>
            <a:pPr marL="489509" lvl="1" indent="-244754" algn="just">
              <a:lnSpc>
                <a:spcPts val="4738"/>
              </a:lnSpc>
              <a:buAutoNum type="arabicPeriod"/>
            </a:pPr>
            <a:r>
              <a:rPr lang="en-US" sz="2267">
                <a:solidFill>
                  <a:srgbClr val="FEFEFF"/>
                </a:solidFill>
                <a:latin typeface="Poppins"/>
                <a:ea typeface="Poppins"/>
                <a:cs typeface="Poppins"/>
                <a:sym typeface="Poppins"/>
              </a:rPr>
              <a:t> Virtual Reality</a:t>
            </a:r>
          </a:p>
          <a:p>
            <a:pPr marL="489509" lvl="1" indent="-244754" algn="just">
              <a:lnSpc>
                <a:spcPts val="4738"/>
              </a:lnSpc>
              <a:buAutoNum type="arabicPeriod"/>
            </a:pPr>
            <a:r>
              <a:rPr lang="en-US" sz="2267">
                <a:solidFill>
                  <a:srgbClr val="FEFEFF"/>
                </a:solidFill>
                <a:latin typeface="Poppins"/>
                <a:ea typeface="Poppins"/>
                <a:cs typeface="Poppins"/>
                <a:sym typeface="Poppins"/>
              </a:rPr>
              <a:t> Website</a:t>
            </a:r>
          </a:p>
          <a:p>
            <a:pPr marL="489509" lvl="1" indent="-244754" algn="just">
              <a:lnSpc>
                <a:spcPts val="4738"/>
              </a:lnSpc>
              <a:buAutoNum type="arabicPeriod"/>
            </a:pPr>
            <a:r>
              <a:rPr lang="en-US" sz="2267">
                <a:solidFill>
                  <a:srgbClr val="FEFEFF"/>
                </a:solidFill>
                <a:latin typeface="Poppins"/>
                <a:ea typeface="Poppins"/>
                <a:cs typeface="Poppins"/>
                <a:sym typeface="Poppins"/>
              </a:rPr>
              <a:t> Smart TV</a:t>
            </a:r>
          </a:p>
        </p:txBody>
      </p:sp>
      <p:sp>
        <p:nvSpPr>
          <p:cNvPr id="41" name="TextBox 41"/>
          <p:cNvSpPr txBox="1"/>
          <p:nvPr/>
        </p:nvSpPr>
        <p:spPr>
          <a:xfrm>
            <a:off x="2687912" y="2551084"/>
            <a:ext cx="13028986" cy="840720"/>
          </a:xfrm>
          <a:prstGeom prst="rect">
            <a:avLst/>
          </a:prstGeom>
        </p:spPr>
        <p:txBody>
          <a:bodyPr lIns="0" tIns="0" rIns="0" bIns="0" rtlCol="0" anchor="t">
            <a:spAutoFit/>
          </a:bodyPr>
          <a:lstStyle/>
          <a:p>
            <a:pPr algn="l">
              <a:lnSpc>
                <a:spcPts val="6438"/>
              </a:lnSpc>
            </a:pPr>
            <a:r>
              <a:rPr lang="en-US" sz="6132" spc="122">
                <a:solidFill>
                  <a:srgbClr val="FEFEFF"/>
                </a:solidFill>
                <a:latin typeface="Norwester"/>
                <a:ea typeface="Norwester"/>
                <a:cs typeface="Norwester"/>
                <a:sym typeface="Norwester"/>
              </a:rPr>
              <a:t>USER INTERFACE (UI)</a:t>
            </a:r>
          </a:p>
        </p:txBody>
      </p:sp>
      <p:sp>
        <p:nvSpPr>
          <p:cNvPr id="42" name="TextBox 42"/>
          <p:cNvSpPr txBox="1"/>
          <p:nvPr/>
        </p:nvSpPr>
        <p:spPr>
          <a:xfrm>
            <a:off x="9481256" y="4298145"/>
            <a:ext cx="6235642" cy="1763028"/>
          </a:xfrm>
          <a:prstGeom prst="rect">
            <a:avLst/>
          </a:prstGeom>
        </p:spPr>
        <p:txBody>
          <a:bodyPr lIns="0" tIns="0" rIns="0" bIns="0" rtlCol="0" anchor="t">
            <a:spAutoFit/>
          </a:bodyPr>
          <a:lstStyle/>
          <a:p>
            <a:pPr algn="just">
              <a:lnSpc>
                <a:spcPts val="4738"/>
              </a:lnSpc>
            </a:pPr>
            <a:r>
              <a:rPr lang="en-US" sz="2267">
                <a:solidFill>
                  <a:srgbClr val="FEFEFF"/>
                </a:solidFill>
                <a:latin typeface="Poppins"/>
                <a:ea typeface="Poppins"/>
                <a:cs typeface="Poppins"/>
                <a:sym typeface="Poppins"/>
              </a:rPr>
              <a:t>5. Smart Watch</a:t>
            </a:r>
          </a:p>
          <a:p>
            <a:pPr algn="just">
              <a:lnSpc>
                <a:spcPts val="4738"/>
              </a:lnSpc>
            </a:pPr>
            <a:r>
              <a:rPr lang="en-US" sz="2267">
                <a:solidFill>
                  <a:srgbClr val="FEFEFF"/>
                </a:solidFill>
                <a:latin typeface="Poppins"/>
                <a:ea typeface="Poppins"/>
                <a:cs typeface="Poppins"/>
                <a:sym typeface="Poppins"/>
              </a:rPr>
              <a:t>6. Tampilan Mobile App</a:t>
            </a:r>
          </a:p>
          <a:p>
            <a:pPr algn="just">
              <a:lnSpc>
                <a:spcPts val="4738"/>
              </a:lnSpc>
            </a:pPr>
            <a:r>
              <a:rPr lang="en-US" sz="2267">
                <a:solidFill>
                  <a:srgbClr val="FEFEFF"/>
                </a:solidFill>
                <a:latin typeface="Poppins"/>
                <a:ea typeface="Poppins"/>
                <a:cs typeface="Poppins"/>
                <a:sym typeface="Poppins"/>
              </a:rPr>
              <a:t>Dan lain sebagainya.</a:t>
            </a:r>
          </a:p>
        </p:txBody>
      </p:sp>
      <p:sp>
        <p:nvSpPr>
          <p:cNvPr id="43" name="TextBox 43"/>
          <p:cNvSpPr txBox="1"/>
          <p:nvPr/>
        </p:nvSpPr>
        <p:spPr>
          <a:xfrm>
            <a:off x="2687912" y="3454731"/>
            <a:ext cx="7425215" cy="562878"/>
          </a:xfrm>
          <a:prstGeom prst="rect">
            <a:avLst/>
          </a:prstGeom>
        </p:spPr>
        <p:txBody>
          <a:bodyPr lIns="0" tIns="0" rIns="0" bIns="0" rtlCol="0" anchor="t">
            <a:spAutoFit/>
          </a:bodyPr>
          <a:lstStyle/>
          <a:p>
            <a:pPr algn="just">
              <a:lnSpc>
                <a:spcPts val="4738"/>
              </a:lnSpc>
            </a:pPr>
            <a:r>
              <a:rPr lang="en-US" sz="2267">
                <a:solidFill>
                  <a:srgbClr val="FEFEFF"/>
                </a:solidFill>
                <a:latin typeface="Poppins"/>
                <a:ea typeface="Poppins"/>
                <a:cs typeface="Poppins"/>
                <a:sym typeface="Poppins"/>
              </a:rPr>
              <a:t>Contoh User Interface Di Kehidupan Sehari-hari: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2940"/>
        </a:solidFill>
        <a:effectLst/>
      </p:bgPr>
    </p:bg>
    <p:spTree>
      <p:nvGrpSpPr>
        <p:cNvPr id="1" name=""/>
        <p:cNvGrpSpPr/>
        <p:nvPr/>
      </p:nvGrpSpPr>
      <p:grpSpPr>
        <a:xfrm>
          <a:off x="0" y="0"/>
          <a:ext cx="0" cy="0"/>
          <a:chOff x="0" y="0"/>
          <a:chExt cx="0" cy="0"/>
        </a:xfrm>
      </p:grpSpPr>
      <p:sp>
        <p:nvSpPr>
          <p:cNvPr id="2" name="Freeform 2"/>
          <p:cNvSpPr/>
          <p:nvPr/>
        </p:nvSpPr>
        <p:spPr>
          <a:xfrm>
            <a:off x="9525"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15000"/>
            </a:blip>
            <a:stretch>
              <a:fillRect/>
            </a:stretch>
          </a:blipFill>
        </p:spPr>
      </p:sp>
      <p:grpSp>
        <p:nvGrpSpPr>
          <p:cNvPr id="3" name="Group 3"/>
          <p:cNvGrpSpPr/>
          <p:nvPr/>
        </p:nvGrpSpPr>
        <p:grpSpPr>
          <a:xfrm>
            <a:off x="7510084" y="732996"/>
            <a:ext cx="3267833" cy="591408"/>
            <a:chOff x="0" y="0"/>
            <a:chExt cx="4357110" cy="788544"/>
          </a:xfrm>
        </p:grpSpPr>
        <p:sp>
          <p:nvSpPr>
            <p:cNvPr id="4" name="Freeform 4"/>
            <p:cNvSpPr/>
            <p:nvPr/>
          </p:nvSpPr>
          <p:spPr>
            <a:xfrm>
              <a:off x="0" y="0"/>
              <a:ext cx="732988" cy="732988"/>
            </a:xfrm>
            <a:custGeom>
              <a:avLst/>
              <a:gdLst/>
              <a:ahLst/>
              <a:cxnLst/>
              <a:rect l="l" t="t" r="r" b="b"/>
              <a:pathLst>
                <a:path w="732988" h="732988">
                  <a:moveTo>
                    <a:pt x="0" y="0"/>
                  </a:moveTo>
                  <a:lnTo>
                    <a:pt x="732988" y="0"/>
                  </a:lnTo>
                  <a:lnTo>
                    <a:pt x="732988" y="732988"/>
                  </a:lnTo>
                  <a:lnTo>
                    <a:pt x="0" y="732988"/>
                  </a:lnTo>
                  <a:lnTo>
                    <a:pt x="0" y="0"/>
                  </a:lnTo>
                  <a:close/>
                </a:path>
              </a:pathLst>
            </a:custGeom>
            <a:blipFill>
              <a:blip r:embed="rId3"/>
              <a:stretch>
                <a:fillRect/>
              </a:stretch>
            </a:blipFill>
          </p:spPr>
        </p:sp>
        <p:sp>
          <p:nvSpPr>
            <p:cNvPr id="5" name="Freeform 5"/>
            <p:cNvSpPr/>
            <p:nvPr/>
          </p:nvSpPr>
          <p:spPr>
            <a:xfrm>
              <a:off x="935429" y="0"/>
              <a:ext cx="732988" cy="732988"/>
            </a:xfrm>
            <a:custGeom>
              <a:avLst/>
              <a:gdLst/>
              <a:ahLst/>
              <a:cxnLst/>
              <a:rect l="l" t="t" r="r" b="b"/>
              <a:pathLst>
                <a:path w="732988" h="732988">
                  <a:moveTo>
                    <a:pt x="0" y="0"/>
                  </a:moveTo>
                  <a:lnTo>
                    <a:pt x="732988" y="0"/>
                  </a:lnTo>
                  <a:lnTo>
                    <a:pt x="732988" y="732988"/>
                  </a:lnTo>
                  <a:lnTo>
                    <a:pt x="0" y="732988"/>
                  </a:lnTo>
                  <a:lnTo>
                    <a:pt x="0" y="0"/>
                  </a:lnTo>
                  <a:close/>
                </a:path>
              </a:pathLst>
            </a:custGeom>
            <a:blipFill>
              <a:blip r:embed="rId4"/>
              <a:stretch>
                <a:fillRect/>
              </a:stretch>
            </a:blipFill>
          </p:spPr>
        </p:sp>
        <p:sp>
          <p:nvSpPr>
            <p:cNvPr id="6" name="Freeform 6"/>
            <p:cNvSpPr/>
            <p:nvPr/>
          </p:nvSpPr>
          <p:spPr>
            <a:xfrm>
              <a:off x="1872405" y="55556"/>
              <a:ext cx="2484706" cy="732988"/>
            </a:xfrm>
            <a:custGeom>
              <a:avLst/>
              <a:gdLst/>
              <a:ahLst/>
              <a:cxnLst/>
              <a:rect l="l" t="t" r="r" b="b"/>
              <a:pathLst>
                <a:path w="2484706" h="732988">
                  <a:moveTo>
                    <a:pt x="0" y="0"/>
                  </a:moveTo>
                  <a:lnTo>
                    <a:pt x="2484705" y="0"/>
                  </a:lnTo>
                  <a:lnTo>
                    <a:pt x="2484705" y="732988"/>
                  </a:lnTo>
                  <a:lnTo>
                    <a:pt x="0" y="732988"/>
                  </a:lnTo>
                  <a:lnTo>
                    <a:pt x="0" y="0"/>
                  </a:lnTo>
                  <a:close/>
                </a:path>
              </a:pathLst>
            </a:custGeom>
            <a:blipFill>
              <a:blip r:embed="rId5"/>
              <a:stretch>
                <a:fillRect/>
              </a:stretch>
            </a:blipFill>
          </p:spPr>
        </p:sp>
      </p:grpSp>
      <p:grpSp>
        <p:nvGrpSpPr>
          <p:cNvPr id="7" name="Group 7"/>
          <p:cNvGrpSpPr/>
          <p:nvPr/>
        </p:nvGrpSpPr>
        <p:grpSpPr>
          <a:xfrm>
            <a:off x="13819395" y="-1307921"/>
            <a:ext cx="7040355" cy="6307586"/>
            <a:chOff x="0" y="0"/>
            <a:chExt cx="9387141" cy="8410115"/>
          </a:xfrm>
        </p:grpSpPr>
        <p:grpSp>
          <p:nvGrpSpPr>
            <p:cNvPr id="8" name="Group 8"/>
            <p:cNvGrpSpPr/>
            <p:nvPr/>
          </p:nvGrpSpPr>
          <p:grpSpPr>
            <a:xfrm>
              <a:off x="4693570" y="0"/>
              <a:ext cx="4693570" cy="8410115"/>
              <a:chOff x="0" y="0"/>
              <a:chExt cx="948267" cy="1699140"/>
            </a:xfrm>
          </p:grpSpPr>
          <p:sp>
            <p:nvSpPr>
              <p:cNvPr id="9" name="Freeform 9"/>
              <p:cNvSpPr/>
              <p:nvPr/>
            </p:nvSpPr>
            <p:spPr>
              <a:xfrm>
                <a:off x="0" y="0"/>
                <a:ext cx="948267" cy="1699140"/>
              </a:xfrm>
              <a:custGeom>
                <a:avLst/>
                <a:gdLst/>
                <a:ahLst/>
                <a:cxnLst/>
                <a:rect l="l" t="t" r="r" b="b"/>
                <a:pathLst>
                  <a:path w="948267" h="1699140">
                    <a:moveTo>
                      <a:pt x="0" y="849570"/>
                    </a:moveTo>
                    <a:lnTo>
                      <a:pt x="406400" y="0"/>
                    </a:lnTo>
                    <a:lnTo>
                      <a:pt x="406400" y="203200"/>
                    </a:lnTo>
                    <a:lnTo>
                      <a:pt x="948267" y="203200"/>
                    </a:lnTo>
                    <a:lnTo>
                      <a:pt x="948267" y="1495940"/>
                    </a:lnTo>
                    <a:lnTo>
                      <a:pt x="406400" y="1495940"/>
                    </a:lnTo>
                    <a:lnTo>
                      <a:pt x="406400" y="1699140"/>
                    </a:lnTo>
                    <a:lnTo>
                      <a:pt x="0" y="849570"/>
                    </a:lnTo>
                    <a:close/>
                  </a:path>
                </a:pathLst>
              </a:custGeom>
              <a:gradFill rotWithShape="1">
                <a:gsLst>
                  <a:gs pos="0">
                    <a:srgbClr val="CDFFD8">
                      <a:alpha val="100000"/>
                    </a:srgbClr>
                  </a:gs>
                  <a:gs pos="100000">
                    <a:srgbClr val="94B9FF">
                      <a:alpha val="100000"/>
                    </a:srgbClr>
                  </a:gs>
                </a:gsLst>
                <a:lin ang="0"/>
              </a:gradFill>
            </p:spPr>
          </p:sp>
          <p:sp>
            <p:nvSpPr>
              <p:cNvPr id="10" name="TextBox 10"/>
              <p:cNvSpPr txBox="1"/>
              <p:nvPr/>
            </p:nvSpPr>
            <p:spPr>
              <a:xfrm>
                <a:off x="101600" y="146050"/>
                <a:ext cx="846667" cy="1349890"/>
              </a:xfrm>
              <a:prstGeom prst="rect">
                <a:avLst/>
              </a:prstGeom>
            </p:spPr>
            <p:txBody>
              <a:bodyPr lIns="50800" tIns="50800" rIns="50800" bIns="50800" rtlCol="0" anchor="ctr"/>
              <a:lstStyle/>
              <a:p>
                <a:pPr algn="ctr">
                  <a:lnSpc>
                    <a:spcPts val="2486"/>
                  </a:lnSpc>
                </a:pPr>
                <a:endParaRPr/>
              </a:p>
            </p:txBody>
          </p:sp>
        </p:grpSp>
        <p:grpSp>
          <p:nvGrpSpPr>
            <p:cNvPr id="11" name="Group 11"/>
            <p:cNvGrpSpPr/>
            <p:nvPr/>
          </p:nvGrpSpPr>
          <p:grpSpPr>
            <a:xfrm>
              <a:off x="2682040" y="2390174"/>
              <a:ext cx="4023060" cy="1814884"/>
              <a:chOff x="0" y="0"/>
              <a:chExt cx="812800" cy="366671"/>
            </a:xfrm>
          </p:grpSpPr>
          <p:sp>
            <p:nvSpPr>
              <p:cNvPr id="12" name="Freeform 12"/>
              <p:cNvSpPr/>
              <p:nvPr/>
            </p:nvSpPr>
            <p:spPr>
              <a:xfrm>
                <a:off x="0" y="0"/>
                <a:ext cx="812800" cy="366671"/>
              </a:xfrm>
              <a:custGeom>
                <a:avLst/>
                <a:gdLst/>
                <a:ahLst/>
                <a:cxnLst/>
                <a:rect l="l" t="t" r="r" b="b"/>
                <a:pathLst>
                  <a:path w="812800" h="366671">
                    <a:moveTo>
                      <a:pt x="609600" y="0"/>
                    </a:moveTo>
                    <a:lnTo>
                      <a:pt x="0" y="0"/>
                    </a:lnTo>
                    <a:lnTo>
                      <a:pt x="203200" y="366671"/>
                    </a:lnTo>
                    <a:lnTo>
                      <a:pt x="812800" y="366671"/>
                    </a:lnTo>
                    <a:lnTo>
                      <a:pt x="609600" y="0"/>
                    </a:lnTo>
                    <a:close/>
                  </a:path>
                </a:pathLst>
              </a:custGeom>
              <a:solidFill>
                <a:srgbClr val="144D5F"/>
              </a:solidFill>
            </p:spPr>
          </p:sp>
          <p:sp>
            <p:nvSpPr>
              <p:cNvPr id="13" name="TextBox 13"/>
              <p:cNvSpPr txBox="1"/>
              <p:nvPr/>
            </p:nvSpPr>
            <p:spPr>
              <a:xfrm>
                <a:off x="101600" y="-57150"/>
                <a:ext cx="609600" cy="423821"/>
              </a:xfrm>
              <a:prstGeom prst="rect">
                <a:avLst/>
              </a:prstGeom>
            </p:spPr>
            <p:txBody>
              <a:bodyPr lIns="50800" tIns="50800" rIns="50800" bIns="50800" rtlCol="0" anchor="ctr"/>
              <a:lstStyle/>
              <a:p>
                <a:pPr algn="ctr">
                  <a:lnSpc>
                    <a:spcPts val="2486"/>
                  </a:lnSpc>
                </a:pPr>
                <a:endParaRPr/>
              </a:p>
            </p:txBody>
          </p:sp>
        </p:grpSp>
        <p:grpSp>
          <p:nvGrpSpPr>
            <p:cNvPr id="14" name="Group 14"/>
            <p:cNvGrpSpPr/>
            <p:nvPr/>
          </p:nvGrpSpPr>
          <p:grpSpPr>
            <a:xfrm>
              <a:off x="0" y="500864"/>
              <a:ext cx="7716008" cy="2011530"/>
              <a:chOff x="0" y="0"/>
              <a:chExt cx="1558906" cy="406400"/>
            </a:xfrm>
          </p:grpSpPr>
          <p:sp>
            <p:nvSpPr>
              <p:cNvPr id="15" name="Freeform 15"/>
              <p:cNvSpPr/>
              <p:nvPr/>
            </p:nvSpPr>
            <p:spPr>
              <a:xfrm>
                <a:off x="0" y="0"/>
                <a:ext cx="1558906" cy="406400"/>
              </a:xfrm>
              <a:custGeom>
                <a:avLst/>
                <a:gdLst/>
                <a:ahLst/>
                <a:cxnLst/>
                <a:rect l="l" t="t" r="r" b="b"/>
                <a:pathLst>
                  <a:path w="1558906" h="406400">
                    <a:moveTo>
                      <a:pt x="1355706" y="0"/>
                    </a:moveTo>
                    <a:cubicBezTo>
                      <a:pt x="1467930" y="0"/>
                      <a:pt x="1558906" y="90976"/>
                      <a:pt x="1558906" y="203200"/>
                    </a:cubicBezTo>
                    <a:cubicBezTo>
                      <a:pt x="1558906" y="315424"/>
                      <a:pt x="1467930" y="406400"/>
                      <a:pt x="1355706" y="406400"/>
                    </a:cubicBezTo>
                    <a:lnTo>
                      <a:pt x="203200" y="406400"/>
                    </a:lnTo>
                    <a:cubicBezTo>
                      <a:pt x="90976" y="406400"/>
                      <a:pt x="0" y="315424"/>
                      <a:pt x="0" y="203200"/>
                    </a:cubicBezTo>
                    <a:cubicBezTo>
                      <a:pt x="0" y="90976"/>
                      <a:pt x="90976" y="0"/>
                      <a:pt x="203200" y="0"/>
                    </a:cubicBezTo>
                    <a:close/>
                  </a:path>
                </a:pathLst>
              </a:custGeom>
              <a:solidFill>
                <a:srgbClr val="46A0B1"/>
              </a:solidFill>
            </p:spPr>
          </p:sp>
          <p:sp>
            <p:nvSpPr>
              <p:cNvPr id="16" name="TextBox 16"/>
              <p:cNvSpPr txBox="1"/>
              <p:nvPr/>
            </p:nvSpPr>
            <p:spPr>
              <a:xfrm>
                <a:off x="0" y="-57150"/>
                <a:ext cx="1558906" cy="463550"/>
              </a:xfrm>
              <a:prstGeom prst="rect">
                <a:avLst/>
              </a:prstGeom>
            </p:spPr>
            <p:txBody>
              <a:bodyPr lIns="50800" tIns="50800" rIns="50800" bIns="50800" rtlCol="0" anchor="ctr"/>
              <a:lstStyle/>
              <a:p>
                <a:pPr algn="ctr">
                  <a:lnSpc>
                    <a:spcPts val="2486"/>
                  </a:lnSpc>
                </a:pPr>
                <a:endParaRPr/>
              </a:p>
            </p:txBody>
          </p:sp>
        </p:grpSp>
        <p:grpSp>
          <p:nvGrpSpPr>
            <p:cNvPr id="17" name="Group 17"/>
            <p:cNvGrpSpPr/>
            <p:nvPr/>
          </p:nvGrpSpPr>
          <p:grpSpPr>
            <a:xfrm>
              <a:off x="4693570" y="181997"/>
              <a:ext cx="4023060" cy="4023060"/>
              <a:chOff x="0" y="0"/>
              <a:chExt cx="812800" cy="812800"/>
            </a:xfrm>
          </p:grpSpPr>
          <p:sp>
            <p:nvSpPr>
              <p:cNvPr id="18" name="Freeform 18"/>
              <p:cNvSpPr/>
              <p:nvPr/>
            </p:nvSpPr>
            <p:spPr>
              <a:xfrm>
                <a:off x="0" y="0"/>
                <a:ext cx="812800" cy="812800"/>
              </a:xfrm>
              <a:custGeom>
                <a:avLst/>
                <a:gdLst/>
                <a:ahLst/>
                <a:cxnLst/>
                <a:rect l="l" t="t" r="r" b="b"/>
                <a:pathLst>
                  <a:path w="812800" h="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46A0B1"/>
              </a:solidFill>
            </p:spPr>
          </p:sp>
          <p:sp>
            <p:nvSpPr>
              <p:cNvPr id="19" name="TextBox 19"/>
              <p:cNvSpPr txBox="1"/>
              <p:nvPr/>
            </p:nvSpPr>
            <p:spPr>
              <a:xfrm>
                <a:off x="203200" y="-57150"/>
                <a:ext cx="406400" cy="768350"/>
              </a:xfrm>
              <a:prstGeom prst="rect">
                <a:avLst/>
              </a:prstGeom>
            </p:spPr>
            <p:txBody>
              <a:bodyPr lIns="50800" tIns="50800" rIns="50800" bIns="50800" rtlCol="0" anchor="ctr"/>
              <a:lstStyle/>
              <a:p>
                <a:pPr algn="ctr">
                  <a:lnSpc>
                    <a:spcPts val="2486"/>
                  </a:lnSpc>
                </a:pPr>
                <a:endParaRPr/>
              </a:p>
            </p:txBody>
          </p:sp>
        </p:grpSp>
        <p:grpSp>
          <p:nvGrpSpPr>
            <p:cNvPr id="20" name="Group 20"/>
            <p:cNvGrpSpPr/>
            <p:nvPr/>
          </p:nvGrpSpPr>
          <p:grpSpPr>
            <a:xfrm rot="-421994">
              <a:off x="1547198" y="1087681"/>
              <a:ext cx="3507933" cy="5261900"/>
              <a:chOff x="0" y="0"/>
              <a:chExt cx="406400" cy="609600"/>
            </a:xfrm>
          </p:grpSpPr>
          <p:sp>
            <p:nvSpPr>
              <p:cNvPr id="21" name="Freeform 21"/>
              <p:cNvSpPr/>
              <p:nvPr/>
            </p:nvSpPr>
            <p:spPr>
              <a:xfrm>
                <a:off x="0" y="0"/>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gradFill rotWithShape="1">
                <a:gsLst>
                  <a:gs pos="0">
                    <a:srgbClr val="CDFFD8">
                      <a:alpha val="60000"/>
                    </a:srgbClr>
                  </a:gs>
                  <a:gs pos="100000">
                    <a:srgbClr val="94B9FF">
                      <a:alpha val="60000"/>
                    </a:srgbClr>
                  </a:gs>
                </a:gsLst>
                <a:lin ang="0"/>
              </a:gradFill>
            </p:spPr>
          </p:sp>
          <p:sp>
            <p:nvSpPr>
              <p:cNvPr id="22" name="TextBox 22"/>
              <p:cNvSpPr txBox="1"/>
              <p:nvPr/>
            </p:nvSpPr>
            <p:spPr>
              <a:xfrm>
                <a:off x="101600" y="-57150"/>
                <a:ext cx="203200" cy="666750"/>
              </a:xfrm>
              <a:prstGeom prst="rect">
                <a:avLst/>
              </a:prstGeom>
            </p:spPr>
            <p:txBody>
              <a:bodyPr lIns="50800" tIns="50800" rIns="50800" bIns="50800" rtlCol="0" anchor="ctr"/>
              <a:lstStyle/>
              <a:p>
                <a:pPr algn="ctr">
                  <a:lnSpc>
                    <a:spcPts val="2486"/>
                  </a:lnSpc>
                </a:pPr>
                <a:endParaRPr/>
              </a:p>
            </p:txBody>
          </p:sp>
        </p:grpSp>
      </p:grpSp>
      <p:grpSp>
        <p:nvGrpSpPr>
          <p:cNvPr id="23" name="Group 23"/>
          <p:cNvGrpSpPr/>
          <p:nvPr/>
        </p:nvGrpSpPr>
        <p:grpSpPr>
          <a:xfrm>
            <a:off x="-1705191" y="6469644"/>
            <a:ext cx="5713901" cy="4834459"/>
            <a:chOff x="0" y="0"/>
            <a:chExt cx="7618535" cy="6445946"/>
          </a:xfrm>
        </p:grpSpPr>
        <p:grpSp>
          <p:nvGrpSpPr>
            <p:cNvPr id="24" name="Group 24"/>
            <p:cNvGrpSpPr/>
            <p:nvPr/>
          </p:nvGrpSpPr>
          <p:grpSpPr>
            <a:xfrm>
              <a:off x="0" y="0"/>
              <a:ext cx="3516247" cy="6084231"/>
              <a:chOff x="0" y="0"/>
              <a:chExt cx="812800" cy="1406404"/>
            </a:xfrm>
          </p:grpSpPr>
          <p:sp>
            <p:nvSpPr>
              <p:cNvPr id="25" name="Freeform 25"/>
              <p:cNvSpPr/>
              <p:nvPr/>
            </p:nvSpPr>
            <p:spPr>
              <a:xfrm>
                <a:off x="0" y="0"/>
                <a:ext cx="812800" cy="1406404"/>
              </a:xfrm>
              <a:custGeom>
                <a:avLst/>
                <a:gdLst/>
                <a:ahLst/>
                <a:cxnLst/>
                <a:rect l="l" t="t" r="r" b="b"/>
                <a:pathLst>
                  <a:path w="812800" h="1406404">
                    <a:moveTo>
                      <a:pt x="812800" y="703202"/>
                    </a:moveTo>
                    <a:lnTo>
                      <a:pt x="406400" y="0"/>
                    </a:lnTo>
                    <a:lnTo>
                      <a:pt x="406400" y="203200"/>
                    </a:lnTo>
                    <a:lnTo>
                      <a:pt x="0" y="203200"/>
                    </a:lnTo>
                    <a:lnTo>
                      <a:pt x="0" y="1203204"/>
                    </a:lnTo>
                    <a:lnTo>
                      <a:pt x="406400" y="1203204"/>
                    </a:lnTo>
                    <a:lnTo>
                      <a:pt x="406400" y="1406404"/>
                    </a:lnTo>
                    <a:lnTo>
                      <a:pt x="812800" y="703202"/>
                    </a:lnTo>
                    <a:close/>
                  </a:path>
                </a:pathLst>
              </a:custGeom>
              <a:gradFill rotWithShape="1">
                <a:gsLst>
                  <a:gs pos="0">
                    <a:srgbClr val="CDFFD8">
                      <a:alpha val="100000"/>
                    </a:srgbClr>
                  </a:gs>
                  <a:gs pos="100000">
                    <a:srgbClr val="94B9FF">
                      <a:alpha val="100000"/>
                    </a:srgbClr>
                  </a:gs>
                </a:gsLst>
                <a:lin ang="0"/>
              </a:gradFill>
            </p:spPr>
          </p:sp>
          <p:sp>
            <p:nvSpPr>
              <p:cNvPr id="26" name="TextBox 26"/>
              <p:cNvSpPr txBox="1"/>
              <p:nvPr/>
            </p:nvSpPr>
            <p:spPr>
              <a:xfrm>
                <a:off x="0" y="146050"/>
                <a:ext cx="711200" cy="1057154"/>
              </a:xfrm>
              <a:prstGeom prst="rect">
                <a:avLst/>
              </a:prstGeom>
            </p:spPr>
            <p:txBody>
              <a:bodyPr lIns="50800" tIns="50800" rIns="50800" bIns="50800" rtlCol="0" anchor="ctr"/>
              <a:lstStyle/>
              <a:p>
                <a:pPr algn="ctr">
                  <a:lnSpc>
                    <a:spcPts val="2486"/>
                  </a:lnSpc>
                </a:pPr>
                <a:endParaRPr/>
              </a:p>
            </p:txBody>
          </p:sp>
        </p:grpSp>
        <p:grpSp>
          <p:nvGrpSpPr>
            <p:cNvPr id="27" name="Group 27"/>
            <p:cNvGrpSpPr/>
            <p:nvPr/>
          </p:nvGrpSpPr>
          <p:grpSpPr>
            <a:xfrm>
              <a:off x="1758123" y="3007515"/>
              <a:ext cx="3516247" cy="2637185"/>
              <a:chOff x="0" y="0"/>
              <a:chExt cx="812800" cy="609600"/>
            </a:xfrm>
          </p:grpSpPr>
          <p:sp>
            <p:nvSpPr>
              <p:cNvPr id="28" name="Freeform 28"/>
              <p:cNvSpPr/>
              <p:nvPr/>
            </p:nvSpPr>
            <p:spPr>
              <a:xfrm>
                <a:off x="0" y="0"/>
                <a:ext cx="812800" cy="609600"/>
              </a:xfrm>
              <a:custGeom>
                <a:avLst/>
                <a:gdLst/>
                <a:ahLst/>
                <a:cxnLst/>
                <a:rect l="l" t="t" r="r" b="b"/>
                <a:pathLst>
                  <a:path w="812800" h="609600">
                    <a:moveTo>
                      <a:pt x="609600" y="0"/>
                    </a:moveTo>
                    <a:lnTo>
                      <a:pt x="0" y="0"/>
                    </a:lnTo>
                    <a:lnTo>
                      <a:pt x="203200" y="609600"/>
                    </a:lnTo>
                    <a:lnTo>
                      <a:pt x="812800" y="609600"/>
                    </a:lnTo>
                    <a:lnTo>
                      <a:pt x="609600" y="0"/>
                    </a:lnTo>
                    <a:close/>
                  </a:path>
                </a:pathLst>
              </a:custGeom>
              <a:solidFill>
                <a:srgbClr val="144D5F"/>
              </a:solidFill>
            </p:spPr>
          </p:sp>
          <p:sp>
            <p:nvSpPr>
              <p:cNvPr id="29" name="TextBox 29"/>
              <p:cNvSpPr txBox="1"/>
              <p:nvPr/>
            </p:nvSpPr>
            <p:spPr>
              <a:xfrm>
                <a:off x="101600" y="-57150"/>
                <a:ext cx="609600" cy="666750"/>
              </a:xfrm>
              <a:prstGeom prst="rect">
                <a:avLst/>
              </a:prstGeom>
            </p:spPr>
            <p:txBody>
              <a:bodyPr lIns="50800" tIns="50800" rIns="50800" bIns="50800" rtlCol="0" anchor="ctr"/>
              <a:lstStyle/>
              <a:p>
                <a:pPr algn="ctr">
                  <a:lnSpc>
                    <a:spcPts val="2486"/>
                  </a:lnSpc>
                </a:pPr>
                <a:endParaRPr/>
              </a:p>
            </p:txBody>
          </p:sp>
        </p:grpSp>
        <p:grpSp>
          <p:nvGrpSpPr>
            <p:cNvPr id="30" name="Group 30"/>
            <p:cNvGrpSpPr/>
            <p:nvPr/>
          </p:nvGrpSpPr>
          <p:grpSpPr>
            <a:xfrm>
              <a:off x="435526" y="4326107"/>
              <a:ext cx="7183009" cy="1758123"/>
              <a:chOff x="0" y="0"/>
              <a:chExt cx="1660392" cy="406400"/>
            </a:xfrm>
          </p:grpSpPr>
          <p:sp>
            <p:nvSpPr>
              <p:cNvPr id="31" name="Freeform 31"/>
              <p:cNvSpPr/>
              <p:nvPr/>
            </p:nvSpPr>
            <p:spPr>
              <a:xfrm>
                <a:off x="0" y="0"/>
                <a:ext cx="1660392" cy="406400"/>
              </a:xfrm>
              <a:custGeom>
                <a:avLst/>
                <a:gdLst/>
                <a:ahLst/>
                <a:cxnLst/>
                <a:rect l="l" t="t" r="r" b="b"/>
                <a:pathLst>
                  <a:path w="1660392" h="406400">
                    <a:moveTo>
                      <a:pt x="1457192" y="0"/>
                    </a:moveTo>
                    <a:cubicBezTo>
                      <a:pt x="1569417" y="0"/>
                      <a:pt x="1660392" y="90976"/>
                      <a:pt x="1660392" y="203200"/>
                    </a:cubicBezTo>
                    <a:cubicBezTo>
                      <a:pt x="1660392" y="315424"/>
                      <a:pt x="1569417" y="406400"/>
                      <a:pt x="1457192" y="406400"/>
                    </a:cubicBezTo>
                    <a:lnTo>
                      <a:pt x="203200" y="406400"/>
                    </a:lnTo>
                    <a:cubicBezTo>
                      <a:pt x="90976" y="406400"/>
                      <a:pt x="0" y="315424"/>
                      <a:pt x="0" y="203200"/>
                    </a:cubicBezTo>
                    <a:cubicBezTo>
                      <a:pt x="0" y="90976"/>
                      <a:pt x="90976" y="0"/>
                      <a:pt x="203200" y="0"/>
                    </a:cubicBezTo>
                    <a:close/>
                  </a:path>
                </a:pathLst>
              </a:custGeom>
              <a:solidFill>
                <a:srgbClr val="46A0B1"/>
              </a:solidFill>
            </p:spPr>
          </p:sp>
          <p:sp>
            <p:nvSpPr>
              <p:cNvPr id="32" name="TextBox 32"/>
              <p:cNvSpPr txBox="1"/>
              <p:nvPr/>
            </p:nvSpPr>
            <p:spPr>
              <a:xfrm>
                <a:off x="0" y="-57150"/>
                <a:ext cx="1660392" cy="463550"/>
              </a:xfrm>
              <a:prstGeom prst="rect">
                <a:avLst/>
              </a:prstGeom>
            </p:spPr>
            <p:txBody>
              <a:bodyPr lIns="50800" tIns="50800" rIns="50800" bIns="50800" rtlCol="0" anchor="ctr"/>
              <a:lstStyle/>
              <a:p>
                <a:pPr algn="ctr">
                  <a:lnSpc>
                    <a:spcPts val="2486"/>
                  </a:lnSpc>
                </a:pPr>
                <a:endParaRPr/>
              </a:p>
            </p:txBody>
          </p:sp>
        </p:grpSp>
        <p:grpSp>
          <p:nvGrpSpPr>
            <p:cNvPr id="33" name="Group 33"/>
            <p:cNvGrpSpPr/>
            <p:nvPr/>
          </p:nvGrpSpPr>
          <p:grpSpPr>
            <a:xfrm>
              <a:off x="0" y="2929699"/>
              <a:ext cx="3516247" cy="3516247"/>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lnTo>
                      <a:pt x="0" y="406400"/>
                    </a:lnTo>
                    <a:lnTo>
                      <a:pt x="203200" y="406400"/>
                    </a:lnTo>
                    <a:lnTo>
                      <a:pt x="203200" y="812800"/>
                    </a:lnTo>
                    <a:lnTo>
                      <a:pt x="609600" y="812800"/>
                    </a:lnTo>
                    <a:lnTo>
                      <a:pt x="609600" y="406400"/>
                    </a:lnTo>
                    <a:lnTo>
                      <a:pt x="812800" y="406400"/>
                    </a:lnTo>
                    <a:lnTo>
                      <a:pt x="406400" y="0"/>
                    </a:lnTo>
                    <a:close/>
                  </a:path>
                </a:pathLst>
              </a:custGeom>
              <a:solidFill>
                <a:srgbClr val="46A0B1"/>
              </a:solidFill>
            </p:spPr>
          </p:sp>
          <p:sp>
            <p:nvSpPr>
              <p:cNvPr id="35" name="TextBox 35"/>
              <p:cNvSpPr txBox="1"/>
              <p:nvPr/>
            </p:nvSpPr>
            <p:spPr>
              <a:xfrm>
                <a:off x="203200" y="44450"/>
                <a:ext cx="406400" cy="768350"/>
              </a:xfrm>
              <a:prstGeom prst="rect">
                <a:avLst/>
              </a:prstGeom>
            </p:spPr>
            <p:txBody>
              <a:bodyPr lIns="50800" tIns="50800" rIns="50800" bIns="50800" rtlCol="0" anchor="ctr"/>
              <a:lstStyle/>
              <a:p>
                <a:pPr algn="ctr">
                  <a:lnSpc>
                    <a:spcPts val="2486"/>
                  </a:lnSpc>
                </a:pPr>
                <a:endParaRPr/>
              </a:p>
            </p:txBody>
          </p:sp>
        </p:grpSp>
        <p:grpSp>
          <p:nvGrpSpPr>
            <p:cNvPr id="36" name="Group 36"/>
            <p:cNvGrpSpPr/>
            <p:nvPr/>
          </p:nvGrpSpPr>
          <p:grpSpPr>
            <a:xfrm rot="-729709">
              <a:off x="3337933" y="1236507"/>
              <a:ext cx="3066014" cy="4599021"/>
              <a:chOff x="0" y="0"/>
              <a:chExt cx="406400" cy="609600"/>
            </a:xfrm>
          </p:grpSpPr>
          <p:sp>
            <p:nvSpPr>
              <p:cNvPr id="37" name="Freeform 37"/>
              <p:cNvSpPr/>
              <p:nvPr/>
            </p:nvSpPr>
            <p:spPr>
              <a:xfrm>
                <a:off x="0" y="0"/>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gradFill rotWithShape="1">
                <a:gsLst>
                  <a:gs pos="0">
                    <a:srgbClr val="CDFFD8">
                      <a:alpha val="60000"/>
                    </a:srgbClr>
                  </a:gs>
                  <a:gs pos="100000">
                    <a:srgbClr val="94B9FF">
                      <a:alpha val="60000"/>
                    </a:srgbClr>
                  </a:gs>
                </a:gsLst>
                <a:lin ang="0"/>
              </a:gradFill>
            </p:spPr>
          </p:sp>
          <p:sp>
            <p:nvSpPr>
              <p:cNvPr id="38" name="TextBox 38"/>
              <p:cNvSpPr txBox="1"/>
              <p:nvPr/>
            </p:nvSpPr>
            <p:spPr>
              <a:xfrm>
                <a:off x="101600" y="-57150"/>
                <a:ext cx="203200" cy="666750"/>
              </a:xfrm>
              <a:prstGeom prst="rect">
                <a:avLst/>
              </a:prstGeom>
            </p:spPr>
            <p:txBody>
              <a:bodyPr lIns="50800" tIns="50800" rIns="50800" bIns="50800" rtlCol="0" anchor="ctr"/>
              <a:lstStyle/>
              <a:p>
                <a:pPr algn="ctr">
                  <a:lnSpc>
                    <a:spcPts val="2486"/>
                  </a:lnSpc>
                </a:pPr>
                <a:endParaRPr/>
              </a:p>
            </p:txBody>
          </p:sp>
        </p:grpSp>
      </p:grpSp>
      <p:sp>
        <p:nvSpPr>
          <p:cNvPr id="39" name="Freeform 39"/>
          <p:cNvSpPr/>
          <p:nvPr/>
        </p:nvSpPr>
        <p:spPr>
          <a:xfrm>
            <a:off x="15245913" y="9258300"/>
            <a:ext cx="2595326" cy="648832"/>
          </a:xfrm>
          <a:custGeom>
            <a:avLst/>
            <a:gdLst/>
            <a:ahLst/>
            <a:cxnLst/>
            <a:rect l="l" t="t" r="r" b="b"/>
            <a:pathLst>
              <a:path w="2595326" h="648832">
                <a:moveTo>
                  <a:pt x="0" y="0"/>
                </a:moveTo>
                <a:lnTo>
                  <a:pt x="2595326" y="0"/>
                </a:lnTo>
                <a:lnTo>
                  <a:pt x="2595326" y="648832"/>
                </a:lnTo>
                <a:lnTo>
                  <a:pt x="0" y="648832"/>
                </a:lnTo>
                <a:lnTo>
                  <a:pt x="0" y="0"/>
                </a:lnTo>
                <a:close/>
              </a:path>
            </a:pathLst>
          </a:custGeom>
          <a:blipFill>
            <a:blip r:embed="rId6"/>
            <a:stretch>
              <a:fillRect/>
            </a:stretch>
          </a:blipFill>
        </p:spPr>
      </p:sp>
      <p:sp>
        <p:nvSpPr>
          <p:cNvPr id="40" name="TextBox 40"/>
          <p:cNvSpPr txBox="1"/>
          <p:nvPr/>
        </p:nvSpPr>
        <p:spPr>
          <a:xfrm>
            <a:off x="2687912" y="5057266"/>
            <a:ext cx="6235642" cy="3018550"/>
          </a:xfrm>
          <a:prstGeom prst="rect">
            <a:avLst/>
          </a:prstGeom>
        </p:spPr>
        <p:txBody>
          <a:bodyPr lIns="0" tIns="0" rIns="0" bIns="0" rtlCol="0" anchor="t">
            <a:spAutoFit/>
          </a:bodyPr>
          <a:lstStyle/>
          <a:p>
            <a:pPr algn="just">
              <a:lnSpc>
                <a:spcPts val="5156"/>
              </a:lnSpc>
            </a:pPr>
            <a:r>
              <a:rPr lang="en-US" sz="2467" b="1">
                <a:solidFill>
                  <a:srgbClr val="FEFEFF"/>
                </a:solidFill>
                <a:latin typeface="Poppins Bold"/>
                <a:ea typeface="Poppins Bold"/>
                <a:cs typeface="Poppins Bold"/>
                <a:sym typeface="Poppins Bold"/>
              </a:rPr>
              <a:t>Purposeful</a:t>
            </a:r>
          </a:p>
          <a:p>
            <a:pPr algn="just">
              <a:lnSpc>
                <a:spcPts val="4738"/>
              </a:lnSpc>
            </a:pPr>
            <a:r>
              <a:rPr lang="en-US" sz="2267">
                <a:solidFill>
                  <a:srgbClr val="FEFEFF"/>
                </a:solidFill>
                <a:latin typeface="Poppins"/>
                <a:ea typeface="Poppins"/>
                <a:cs typeface="Poppins"/>
                <a:sym typeface="Poppins"/>
              </a:rPr>
              <a:t>Menyelesaikan masalah, dibuat sesuai dengan kebutuhan pengguna, serta memiliki objectiva &amp; kriteria kesuksesan yang dapat di ukur.</a:t>
            </a:r>
          </a:p>
        </p:txBody>
      </p:sp>
      <p:sp>
        <p:nvSpPr>
          <p:cNvPr id="41" name="TextBox 41"/>
          <p:cNvSpPr txBox="1"/>
          <p:nvPr/>
        </p:nvSpPr>
        <p:spPr>
          <a:xfrm>
            <a:off x="2687912" y="2551084"/>
            <a:ext cx="13028986" cy="840720"/>
          </a:xfrm>
          <a:prstGeom prst="rect">
            <a:avLst/>
          </a:prstGeom>
        </p:spPr>
        <p:txBody>
          <a:bodyPr lIns="0" tIns="0" rIns="0" bIns="0" rtlCol="0" anchor="t">
            <a:spAutoFit/>
          </a:bodyPr>
          <a:lstStyle/>
          <a:p>
            <a:pPr algn="l">
              <a:lnSpc>
                <a:spcPts val="6438"/>
              </a:lnSpc>
            </a:pPr>
            <a:r>
              <a:rPr lang="en-US" sz="6132" spc="122">
                <a:solidFill>
                  <a:srgbClr val="FEFEFF"/>
                </a:solidFill>
                <a:latin typeface="Norwester"/>
                <a:ea typeface="Norwester"/>
                <a:cs typeface="Norwester"/>
                <a:sym typeface="Norwester"/>
              </a:rPr>
              <a:t>USER INTERFACE (UI)</a:t>
            </a:r>
          </a:p>
        </p:txBody>
      </p:sp>
      <p:sp>
        <p:nvSpPr>
          <p:cNvPr id="42" name="TextBox 42"/>
          <p:cNvSpPr txBox="1"/>
          <p:nvPr/>
        </p:nvSpPr>
        <p:spPr>
          <a:xfrm>
            <a:off x="2687912" y="3454731"/>
            <a:ext cx="11832044" cy="1162953"/>
          </a:xfrm>
          <a:prstGeom prst="rect">
            <a:avLst/>
          </a:prstGeom>
        </p:spPr>
        <p:txBody>
          <a:bodyPr lIns="0" tIns="0" rIns="0" bIns="0" rtlCol="0" anchor="t">
            <a:spAutoFit/>
          </a:bodyPr>
          <a:lstStyle/>
          <a:p>
            <a:pPr algn="just">
              <a:lnSpc>
                <a:spcPts val="4738"/>
              </a:lnSpc>
            </a:pPr>
            <a:r>
              <a:rPr lang="en-US" sz="2267">
                <a:solidFill>
                  <a:srgbClr val="FEFEFF"/>
                </a:solidFill>
                <a:latin typeface="Poppins"/>
                <a:ea typeface="Poppins"/>
                <a:cs typeface="Poppins"/>
                <a:sym typeface="Poppins"/>
              </a:rPr>
              <a:t>User Interface atau UI yang baik juga bukan cuma diliat dari segi estetikanya aja yang indah tapi juga ada beberapa prinsip yang bisa mendukung yaitu :</a:t>
            </a:r>
          </a:p>
        </p:txBody>
      </p:sp>
      <p:sp>
        <p:nvSpPr>
          <p:cNvPr id="43" name="TextBox 43"/>
          <p:cNvSpPr txBox="1"/>
          <p:nvPr/>
        </p:nvSpPr>
        <p:spPr>
          <a:xfrm>
            <a:off x="9626287" y="5057266"/>
            <a:ext cx="6235642" cy="3018550"/>
          </a:xfrm>
          <a:prstGeom prst="rect">
            <a:avLst/>
          </a:prstGeom>
        </p:spPr>
        <p:txBody>
          <a:bodyPr lIns="0" tIns="0" rIns="0" bIns="0" rtlCol="0" anchor="t">
            <a:spAutoFit/>
          </a:bodyPr>
          <a:lstStyle/>
          <a:p>
            <a:pPr algn="just">
              <a:lnSpc>
                <a:spcPts val="5156"/>
              </a:lnSpc>
            </a:pPr>
            <a:r>
              <a:rPr lang="en-US" sz="2467" b="1">
                <a:solidFill>
                  <a:srgbClr val="FEFEFF"/>
                </a:solidFill>
                <a:latin typeface="Poppins Bold"/>
                <a:ea typeface="Poppins Bold"/>
                <a:cs typeface="Poppins Bold"/>
                <a:sym typeface="Poppins Bold"/>
              </a:rPr>
              <a:t>Prinsipled</a:t>
            </a:r>
          </a:p>
          <a:p>
            <a:pPr algn="just">
              <a:lnSpc>
                <a:spcPts val="4738"/>
              </a:lnSpc>
            </a:pPr>
            <a:r>
              <a:rPr lang="en-US" sz="2267">
                <a:solidFill>
                  <a:srgbClr val="FEFEFF"/>
                </a:solidFill>
                <a:latin typeface="Poppins"/>
                <a:ea typeface="Poppins"/>
                <a:cs typeface="Poppins"/>
                <a:sym typeface="Poppins"/>
              </a:rPr>
              <a:t>Punya prinsip-prinsip yang terhubung dengan produk sehingga value dari produk bisa sampai ke pengguna melalui design.</a:t>
            </a:r>
          </a:p>
        </p:txBody>
      </p:sp>
      <p:sp>
        <p:nvSpPr>
          <p:cNvPr id="44" name="TextBox 44"/>
          <p:cNvSpPr txBox="1"/>
          <p:nvPr/>
        </p:nvSpPr>
        <p:spPr>
          <a:xfrm>
            <a:off x="2687912" y="1902482"/>
            <a:ext cx="4207960" cy="562878"/>
          </a:xfrm>
          <a:prstGeom prst="rect">
            <a:avLst/>
          </a:prstGeom>
        </p:spPr>
        <p:txBody>
          <a:bodyPr lIns="0" tIns="0" rIns="0" bIns="0" rtlCol="0" anchor="t">
            <a:spAutoFit/>
          </a:bodyPr>
          <a:lstStyle/>
          <a:p>
            <a:pPr algn="just">
              <a:lnSpc>
                <a:spcPts val="4738"/>
              </a:lnSpc>
            </a:pPr>
            <a:r>
              <a:rPr lang="en-US" sz="2267">
                <a:solidFill>
                  <a:srgbClr val="FEFEFF"/>
                </a:solidFill>
                <a:latin typeface="Poppins"/>
                <a:ea typeface="Poppins"/>
                <a:cs typeface="Poppins"/>
                <a:sym typeface="Poppins"/>
              </a:rPr>
              <a:t>Perinsip Pendukung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2940"/>
        </a:solidFill>
        <a:effectLst/>
      </p:bgPr>
    </p:bg>
    <p:spTree>
      <p:nvGrpSpPr>
        <p:cNvPr id="1" name=""/>
        <p:cNvGrpSpPr/>
        <p:nvPr/>
      </p:nvGrpSpPr>
      <p:grpSpPr>
        <a:xfrm>
          <a:off x="0" y="0"/>
          <a:ext cx="0" cy="0"/>
          <a:chOff x="0" y="0"/>
          <a:chExt cx="0" cy="0"/>
        </a:xfrm>
      </p:grpSpPr>
      <p:sp>
        <p:nvSpPr>
          <p:cNvPr id="2" name="Freeform 2"/>
          <p:cNvSpPr/>
          <p:nvPr/>
        </p:nvSpPr>
        <p:spPr>
          <a:xfrm>
            <a:off x="9525"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15000"/>
            </a:blip>
            <a:stretch>
              <a:fillRect/>
            </a:stretch>
          </a:blipFill>
        </p:spPr>
      </p:sp>
      <p:grpSp>
        <p:nvGrpSpPr>
          <p:cNvPr id="3" name="Group 3"/>
          <p:cNvGrpSpPr/>
          <p:nvPr/>
        </p:nvGrpSpPr>
        <p:grpSpPr>
          <a:xfrm>
            <a:off x="7510084" y="732996"/>
            <a:ext cx="3267833" cy="591408"/>
            <a:chOff x="0" y="0"/>
            <a:chExt cx="4357110" cy="788544"/>
          </a:xfrm>
        </p:grpSpPr>
        <p:sp>
          <p:nvSpPr>
            <p:cNvPr id="4" name="Freeform 4"/>
            <p:cNvSpPr/>
            <p:nvPr/>
          </p:nvSpPr>
          <p:spPr>
            <a:xfrm>
              <a:off x="0" y="0"/>
              <a:ext cx="732988" cy="732988"/>
            </a:xfrm>
            <a:custGeom>
              <a:avLst/>
              <a:gdLst/>
              <a:ahLst/>
              <a:cxnLst/>
              <a:rect l="l" t="t" r="r" b="b"/>
              <a:pathLst>
                <a:path w="732988" h="732988">
                  <a:moveTo>
                    <a:pt x="0" y="0"/>
                  </a:moveTo>
                  <a:lnTo>
                    <a:pt x="732988" y="0"/>
                  </a:lnTo>
                  <a:lnTo>
                    <a:pt x="732988" y="732988"/>
                  </a:lnTo>
                  <a:lnTo>
                    <a:pt x="0" y="732988"/>
                  </a:lnTo>
                  <a:lnTo>
                    <a:pt x="0" y="0"/>
                  </a:lnTo>
                  <a:close/>
                </a:path>
              </a:pathLst>
            </a:custGeom>
            <a:blipFill>
              <a:blip r:embed="rId3"/>
              <a:stretch>
                <a:fillRect/>
              </a:stretch>
            </a:blipFill>
          </p:spPr>
        </p:sp>
        <p:sp>
          <p:nvSpPr>
            <p:cNvPr id="5" name="Freeform 5"/>
            <p:cNvSpPr/>
            <p:nvPr/>
          </p:nvSpPr>
          <p:spPr>
            <a:xfrm>
              <a:off x="935429" y="0"/>
              <a:ext cx="732988" cy="732988"/>
            </a:xfrm>
            <a:custGeom>
              <a:avLst/>
              <a:gdLst/>
              <a:ahLst/>
              <a:cxnLst/>
              <a:rect l="l" t="t" r="r" b="b"/>
              <a:pathLst>
                <a:path w="732988" h="732988">
                  <a:moveTo>
                    <a:pt x="0" y="0"/>
                  </a:moveTo>
                  <a:lnTo>
                    <a:pt x="732988" y="0"/>
                  </a:lnTo>
                  <a:lnTo>
                    <a:pt x="732988" y="732988"/>
                  </a:lnTo>
                  <a:lnTo>
                    <a:pt x="0" y="732988"/>
                  </a:lnTo>
                  <a:lnTo>
                    <a:pt x="0" y="0"/>
                  </a:lnTo>
                  <a:close/>
                </a:path>
              </a:pathLst>
            </a:custGeom>
            <a:blipFill>
              <a:blip r:embed="rId4"/>
              <a:stretch>
                <a:fillRect/>
              </a:stretch>
            </a:blipFill>
          </p:spPr>
        </p:sp>
        <p:sp>
          <p:nvSpPr>
            <p:cNvPr id="6" name="Freeform 6"/>
            <p:cNvSpPr/>
            <p:nvPr/>
          </p:nvSpPr>
          <p:spPr>
            <a:xfrm>
              <a:off x="1872405" y="55556"/>
              <a:ext cx="2484706" cy="732988"/>
            </a:xfrm>
            <a:custGeom>
              <a:avLst/>
              <a:gdLst/>
              <a:ahLst/>
              <a:cxnLst/>
              <a:rect l="l" t="t" r="r" b="b"/>
              <a:pathLst>
                <a:path w="2484706" h="732988">
                  <a:moveTo>
                    <a:pt x="0" y="0"/>
                  </a:moveTo>
                  <a:lnTo>
                    <a:pt x="2484705" y="0"/>
                  </a:lnTo>
                  <a:lnTo>
                    <a:pt x="2484705" y="732988"/>
                  </a:lnTo>
                  <a:lnTo>
                    <a:pt x="0" y="732988"/>
                  </a:lnTo>
                  <a:lnTo>
                    <a:pt x="0" y="0"/>
                  </a:lnTo>
                  <a:close/>
                </a:path>
              </a:pathLst>
            </a:custGeom>
            <a:blipFill>
              <a:blip r:embed="rId5"/>
              <a:stretch>
                <a:fillRect/>
              </a:stretch>
            </a:blipFill>
          </p:spPr>
        </p:sp>
      </p:grpSp>
      <p:grpSp>
        <p:nvGrpSpPr>
          <p:cNvPr id="7" name="Group 7"/>
          <p:cNvGrpSpPr/>
          <p:nvPr/>
        </p:nvGrpSpPr>
        <p:grpSpPr>
          <a:xfrm>
            <a:off x="13819395" y="-1307921"/>
            <a:ext cx="7040355" cy="6307586"/>
            <a:chOff x="0" y="0"/>
            <a:chExt cx="9387141" cy="8410115"/>
          </a:xfrm>
        </p:grpSpPr>
        <p:grpSp>
          <p:nvGrpSpPr>
            <p:cNvPr id="8" name="Group 8"/>
            <p:cNvGrpSpPr/>
            <p:nvPr/>
          </p:nvGrpSpPr>
          <p:grpSpPr>
            <a:xfrm>
              <a:off x="4693570" y="0"/>
              <a:ext cx="4693570" cy="8410115"/>
              <a:chOff x="0" y="0"/>
              <a:chExt cx="948267" cy="1699140"/>
            </a:xfrm>
          </p:grpSpPr>
          <p:sp>
            <p:nvSpPr>
              <p:cNvPr id="9" name="Freeform 9"/>
              <p:cNvSpPr/>
              <p:nvPr/>
            </p:nvSpPr>
            <p:spPr>
              <a:xfrm>
                <a:off x="0" y="0"/>
                <a:ext cx="948267" cy="1699140"/>
              </a:xfrm>
              <a:custGeom>
                <a:avLst/>
                <a:gdLst/>
                <a:ahLst/>
                <a:cxnLst/>
                <a:rect l="l" t="t" r="r" b="b"/>
                <a:pathLst>
                  <a:path w="948267" h="1699140">
                    <a:moveTo>
                      <a:pt x="0" y="849570"/>
                    </a:moveTo>
                    <a:lnTo>
                      <a:pt x="406400" y="0"/>
                    </a:lnTo>
                    <a:lnTo>
                      <a:pt x="406400" y="203200"/>
                    </a:lnTo>
                    <a:lnTo>
                      <a:pt x="948267" y="203200"/>
                    </a:lnTo>
                    <a:lnTo>
                      <a:pt x="948267" y="1495940"/>
                    </a:lnTo>
                    <a:lnTo>
                      <a:pt x="406400" y="1495940"/>
                    </a:lnTo>
                    <a:lnTo>
                      <a:pt x="406400" y="1699140"/>
                    </a:lnTo>
                    <a:lnTo>
                      <a:pt x="0" y="849570"/>
                    </a:lnTo>
                    <a:close/>
                  </a:path>
                </a:pathLst>
              </a:custGeom>
              <a:gradFill rotWithShape="1">
                <a:gsLst>
                  <a:gs pos="0">
                    <a:srgbClr val="CDFFD8">
                      <a:alpha val="100000"/>
                    </a:srgbClr>
                  </a:gs>
                  <a:gs pos="100000">
                    <a:srgbClr val="94B9FF">
                      <a:alpha val="100000"/>
                    </a:srgbClr>
                  </a:gs>
                </a:gsLst>
                <a:lin ang="0"/>
              </a:gradFill>
            </p:spPr>
          </p:sp>
          <p:sp>
            <p:nvSpPr>
              <p:cNvPr id="10" name="TextBox 10"/>
              <p:cNvSpPr txBox="1"/>
              <p:nvPr/>
            </p:nvSpPr>
            <p:spPr>
              <a:xfrm>
                <a:off x="101600" y="146050"/>
                <a:ext cx="846667" cy="1349890"/>
              </a:xfrm>
              <a:prstGeom prst="rect">
                <a:avLst/>
              </a:prstGeom>
            </p:spPr>
            <p:txBody>
              <a:bodyPr lIns="50800" tIns="50800" rIns="50800" bIns="50800" rtlCol="0" anchor="ctr"/>
              <a:lstStyle/>
              <a:p>
                <a:pPr algn="ctr">
                  <a:lnSpc>
                    <a:spcPts val="2486"/>
                  </a:lnSpc>
                </a:pPr>
                <a:endParaRPr/>
              </a:p>
            </p:txBody>
          </p:sp>
        </p:grpSp>
        <p:grpSp>
          <p:nvGrpSpPr>
            <p:cNvPr id="11" name="Group 11"/>
            <p:cNvGrpSpPr/>
            <p:nvPr/>
          </p:nvGrpSpPr>
          <p:grpSpPr>
            <a:xfrm>
              <a:off x="2682040" y="2390174"/>
              <a:ext cx="4023060" cy="1814884"/>
              <a:chOff x="0" y="0"/>
              <a:chExt cx="812800" cy="366671"/>
            </a:xfrm>
          </p:grpSpPr>
          <p:sp>
            <p:nvSpPr>
              <p:cNvPr id="12" name="Freeform 12"/>
              <p:cNvSpPr/>
              <p:nvPr/>
            </p:nvSpPr>
            <p:spPr>
              <a:xfrm>
                <a:off x="0" y="0"/>
                <a:ext cx="812800" cy="366671"/>
              </a:xfrm>
              <a:custGeom>
                <a:avLst/>
                <a:gdLst/>
                <a:ahLst/>
                <a:cxnLst/>
                <a:rect l="l" t="t" r="r" b="b"/>
                <a:pathLst>
                  <a:path w="812800" h="366671">
                    <a:moveTo>
                      <a:pt x="609600" y="0"/>
                    </a:moveTo>
                    <a:lnTo>
                      <a:pt x="0" y="0"/>
                    </a:lnTo>
                    <a:lnTo>
                      <a:pt x="203200" y="366671"/>
                    </a:lnTo>
                    <a:lnTo>
                      <a:pt x="812800" y="366671"/>
                    </a:lnTo>
                    <a:lnTo>
                      <a:pt x="609600" y="0"/>
                    </a:lnTo>
                    <a:close/>
                  </a:path>
                </a:pathLst>
              </a:custGeom>
              <a:solidFill>
                <a:srgbClr val="144D5F"/>
              </a:solidFill>
            </p:spPr>
          </p:sp>
          <p:sp>
            <p:nvSpPr>
              <p:cNvPr id="13" name="TextBox 13"/>
              <p:cNvSpPr txBox="1"/>
              <p:nvPr/>
            </p:nvSpPr>
            <p:spPr>
              <a:xfrm>
                <a:off x="101600" y="-57150"/>
                <a:ext cx="609600" cy="423821"/>
              </a:xfrm>
              <a:prstGeom prst="rect">
                <a:avLst/>
              </a:prstGeom>
            </p:spPr>
            <p:txBody>
              <a:bodyPr lIns="50800" tIns="50800" rIns="50800" bIns="50800" rtlCol="0" anchor="ctr"/>
              <a:lstStyle/>
              <a:p>
                <a:pPr algn="ctr">
                  <a:lnSpc>
                    <a:spcPts val="2486"/>
                  </a:lnSpc>
                </a:pPr>
                <a:endParaRPr/>
              </a:p>
            </p:txBody>
          </p:sp>
        </p:grpSp>
        <p:grpSp>
          <p:nvGrpSpPr>
            <p:cNvPr id="14" name="Group 14"/>
            <p:cNvGrpSpPr/>
            <p:nvPr/>
          </p:nvGrpSpPr>
          <p:grpSpPr>
            <a:xfrm>
              <a:off x="0" y="500864"/>
              <a:ext cx="7716008" cy="2011530"/>
              <a:chOff x="0" y="0"/>
              <a:chExt cx="1558906" cy="406400"/>
            </a:xfrm>
          </p:grpSpPr>
          <p:sp>
            <p:nvSpPr>
              <p:cNvPr id="15" name="Freeform 15"/>
              <p:cNvSpPr/>
              <p:nvPr/>
            </p:nvSpPr>
            <p:spPr>
              <a:xfrm>
                <a:off x="0" y="0"/>
                <a:ext cx="1558906" cy="406400"/>
              </a:xfrm>
              <a:custGeom>
                <a:avLst/>
                <a:gdLst/>
                <a:ahLst/>
                <a:cxnLst/>
                <a:rect l="l" t="t" r="r" b="b"/>
                <a:pathLst>
                  <a:path w="1558906" h="406400">
                    <a:moveTo>
                      <a:pt x="1355706" y="0"/>
                    </a:moveTo>
                    <a:cubicBezTo>
                      <a:pt x="1467930" y="0"/>
                      <a:pt x="1558906" y="90976"/>
                      <a:pt x="1558906" y="203200"/>
                    </a:cubicBezTo>
                    <a:cubicBezTo>
                      <a:pt x="1558906" y="315424"/>
                      <a:pt x="1467930" y="406400"/>
                      <a:pt x="1355706" y="406400"/>
                    </a:cubicBezTo>
                    <a:lnTo>
                      <a:pt x="203200" y="406400"/>
                    </a:lnTo>
                    <a:cubicBezTo>
                      <a:pt x="90976" y="406400"/>
                      <a:pt x="0" y="315424"/>
                      <a:pt x="0" y="203200"/>
                    </a:cubicBezTo>
                    <a:cubicBezTo>
                      <a:pt x="0" y="90976"/>
                      <a:pt x="90976" y="0"/>
                      <a:pt x="203200" y="0"/>
                    </a:cubicBezTo>
                    <a:close/>
                  </a:path>
                </a:pathLst>
              </a:custGeom>
              <a:solidFill>
                <a:srgbClr val="46A0B1"/>
              </a:solidFill>
            </p:spPr>
          </p:sp>
          <p:sp>
            <p:nvSpPr>
              <p:cNvPr id="16" name="TextBox 16"/>
              <p:cNvSpPr txBox="1"/>
              <p:nvPr/>
            </p:nvSpPr>
            <p:spPr>
              <a:xfrm>
                <a:off x="0" y="-57150"/>
                <a:ext cx="1558906" cy="463550"/>
              </a:xfrm>
              <a:prstGeom prst="rect">
                <a:avLst/>
              </a:prstGeom>
            </p:spPr>
            <p:txBody>
              <a:bodyPr lIns="50800" tIns="50800" rIns="50800" bIns="50800" rtlCol="0" anchor="ctr"/>
              <a:lstStyle/>
              <a:p>
                <a:pPr algn="ctr">
                  <a:lnSpc>
                    <a:spcPts val="2486"/>
                  </a:lnSpc>
                </a:pPr>
                <a:endParaRPr/>
              </a:p>
            </p:txBody>
          </p:sp>
        </p:grpSp>
        <p:grpSp>
          <p:nvGrpSpPr>
            <p:cNvPr id="17" name="Group 17"/>
            <p:cNvGrpSpPr/>
            <p:nvPr/>
          </p:nvGrpSpPr>
          <p:grpSpPr>
            <a:xfrm>
              <a:off x="4693570" y="181997"/>
              <a:ext cx="4023060" cy="4023060"/>
              <a:chOff x="0" y="0"/>
              <a:chExt cx="812800" cy="812800"/>
            </a:xfrm>
          </p:grpSpPr>
          <p:sp>
            <p:nvSpPr>
              <p:cNvPr id="18" name="Freeform 18"/>
              <p:cNvSpPr/>
              <p:nvPr/>
            </p:nvSpPr>
            <p:spPr>
              <a:xfrm>
                <a:off x="0" y="0"/>
                <a:ext cx="812800" cy="812800"/>
              </a:xfrm>
              <a:custGeom>
                <a:avLst/>
                <a:gdLst/>
                <a:ahLst/>
                <a:cxnLst/>
                <a:rect l="l" t="t" r="r" b="b"/>
                <a:pathLst>
                  <a:path w="812800" h="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46A0B1"/>
              </a:solidFill>
            </p:spPr>
          </p:sp>
          <p:sp>
            <p:nvSpPr>
              <p:cNvPr id="19" name="TextBox 19"/>
              <p:cNvSpPr txBox="1"/>
              <p:nvPr/>
            </p:nvSpPr>
            <p:spPr>
              <a:xfrm>
                <a:off x="203200" y="-57150"/>
                <a:ext cx="406400" cy="768350"/>
              </a:xfrm>
              <a:prstGeom prst="rect">
                <a:avLst/>
              </a:prstGeom>
            </p:spPr>
            <p:txBody>
              <a:bodyPr lIns="50800" tIns="50800" rIns="50800" bIns="50800" rtlCol="0" anchor="ctr"/>
              <a:lstStyle/>
              <a:p>
                <a:pPr algn="ctr">
                  <a:lnSpc>
                    <a:spcPts val="2486"/>
                  </a:lnSpc>
                </a:pPr>
                <a:endParaRPr/>
              </a:p>
            </p:txBody>
          </p:sp>
        </p:grpSp>
        <p:grpSp>
          <p:nvGrpSpPr>
            <p:cNvPr id="20" name="Group 20"/>
            <p:cNvGrpSpPr/>
            <p:nvPr/>
          </p:nvGrpSpPr>
          <p:grpSpPr>
            <a:xfrm rot="-421994">
              <a:off x="1547198" y="1087681"/>
              <a:ext cx="3507933" cy="5261900"/>
              <a:chOff x="0" y="0"/>
              <a:chExt cx="406400" cy="609600"/>
            </a:xfrm>
          </p:grpSpPr>
          <p:sp>
            <p:nvSpPr>
              <p:cNvPr id="21" name="Freeform 21"/>
              <p:cNvSpPr/>
              <p:nvPr/>
            </p:nvSpPr>
            <p:spPr>
              <a:xfrm>
                <a:off x="0" y="0"/>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gradFill rotWithShape="1">
                <a:gsLst>
                  <a:gs pos="0">
                    <a:srgbClr val="CDFFD8">
                      <a:alpha val="60000"/>
                    </a:srgbClr>
                  </a:gs>
                  <a:gs pos="100000">
                    <a:srgbClr val="94B9FF">
                      <a:alpha val="60000"/>
                    </a:srgbClr>
                  </a:gs>
                </a:gsLst>
                <a:lin ang="0"/>
              </a:gradFill>
            </p:spPr>
          </p:sp>
          <p:sp>
            <p:nvSpPr>
              <p:cNvPr id="22" name="TextBox 22"/>
              <p:cNvSpPr txBox="1"/>
              <p:nvPr/>
            </p:nvSpPr>
            <p:spPr>
              <a:xfrm>
                <a:off x="101600" y="-57150"/>
                <a:ext cx="203200" cy="666750"/>
              </a:xfrm>
              <a:prstGeom prst="rect">
                <a:avLst/>
              </a:prstGeom>
            </p:spPr>
            <p:txBody>
              <a:bodyPr lIns="50800" tIns="50800" rIns="50800" bIns="50800" rtlCol="0" anchor="ctr"/>
              <a:lstStyle/>
              <a:p>
                <a:pPr algn="ctr">
                  <a:lnSpc>
                    <a:spcPts val="2486"/>
                  </a:lnSpc>
                </a:pPr>
                <a:endParaRPr/>
              </a:p>
            </p:txBody>
          </p:sp>
        </p:grpSp>
      </p:grpSp>
      <p:grpSp>
        <p:nvGrpSpPr>
          <p:cNvPr id="23" name="Group 23"/>
          <p:cNvGrpSpPr/>
          <p:nvPr/>
        </p:nvGrpSpPr>
        <p:grpSpPr>
          <a:xfrm>
            <a:off x="-1705191" y="6469644"/>
            <a:ext cx="5713901" cy="4834459"/>
            <a:chOff x="0" y="0"/>
            <a:chExt cx="7618535" cy="6445946"/>
          </a:xfrm>
        </p:grpSpPr>
        <p:grpSp>
          <p:nvGrpSpPr>
            <p:cNvPr id="24" name="Group 24"/>
            <p:cNvGrpSpPr/>
            <p:nvPr/>
          </p:nvGrpSpPr>
          <p:grpSpPr>
            <a:xfrm>
              <a:off x="0" y="0"/>
              <a:ext cx="3516247" cy="6084231"/>
              <a:chOff x="0" y="0"/>
              <a:chExt cx="812800" cy="1406404"/>
            </a:xfrm>
          </p:grpSpPr>
          <p:sp>
            <p:nvSpPr>
              <p:cNvPr id="25" name="Freeform 25"/>
              <p:cNvSpPr/>
              <p:nvPr/>
            </p:nvSpPr>
            <p:spPr>
              <a:xfrm>
                <a:off x="0" y="0"/>
                <a:ext cx="812800" cy="1406404"/>
              </a:xfrm>
              <a:custGeom>
                <a:avLst/>
                <a:gdLst/>
                <a:ahLst/>
                <a:cxnLst/>
                <a:rect l="l" t="t" r="r" b="b"/>
                <a:pathLst>
                  <a:path w="812800" h="1406404">
                    <a:moveTo>
                      <a:pt x="812800" y="703202"/>
                    </a:moveTo>
                    <a:lnTo>
                      <a:pt x="406400" y="0"/>
                    </a:lnTo>
                    <a:lnTo>
                      <a:pt x="406400" y="203200"/>
                    </a:lnTo>
                    <a:lnTo>
                      <a:pt x="0" y="203200"/>
                    </a:lnTo>
                    <a:lnTo>
                      <a:pt x="0" y="1203204"/>
                    </a:lnTo>
                    <a:lnTo>
                      <a:pt x="406400" y="1203204"/>
                    </a:lnTo>
                    <a:lnTo>
                      <a:pt x="406400" y="1406404"/>
                    </a:lnTo>
                    <a:lnTo>
                      <a:pt x="812800" y="703202"/>
                    </a:lnTo>
                    <a:close/>
                  </a:path>
                </a:pathLst>
              </a:custGeom>
              <a:gradFill rotWithShape="1">
                <a:gsLst>
                  <a:gs pos="0">
                    <a:srgbClr val="CDFFD8">
                      <a:alpha val="100000"/>
                    </a:srgbClr>
                  </a:gs>
                  <a:gs pos="100000">
                    <a:srgbClr val="94B9FF">
                      <a:alpha val="100000"/>
                    </a:srgbClr>
                  </a:gs>
                </a:gsLst>
                <a:lin ang="0"/>
              </a:gradFill>
            </p:spPr>
          </p:sp>
          <p:sp>
            <p:nvSpPr>
              <p:cNvPr id="26" name="TextBox 26"/>
              <p:cNvSpPr txBox="1"/>
              <p:nvPr/>
            </p:nvSpPr>
            <p:spPr>
              <a:xfrm>
                <a:off x="0" y="146050"/>
                <a:ext cx="711200" cy="1057154"/>
              </a:xfrm>
              <a:prstGeom prst="rect">
                <a:avLst/>
              </a:prstGeom>
            </p:spPr>
            <p:txBody>
              <a:bodyPr lIns="50800" tIns="50800" rIns="50800" bIns="50800" rtlCol="0" anchor="ctr"/>
              <a:lstStyle/>
              <a:p>
                <a:pPr algn="ctr">
                  <a:lnSpc>
                    <a:spcPts val="2486"/>
                  </a:lnSpc>
                </a:pPr>
                <a:endParaRPr/>
              </a:p>
            </p:txBody>
          </p:sp>
        </p:grpSp>
        <p:grpSp>
          <p:nvGrpSpPr>
            <p:cNvPr id="27" name="Group 27"/>
            <p:cNvGrpSpPr/>
            <p:nvPr/>
          </p:nvGrpSpPr>
          <p:grpSpPr>
            <a:xfrm>
              <a:off x="1758123" y="3007515"/>
              <a:ext cx="3516247" cy="2637185"/>
              <a:chOff x="0" y="0"/>
              <a:chExt cx="812800" cy="609600"/>
            </a:xfrm>
          </p:grpSpPr>
          <p:sp>
            <p:nvSpPr>
              <p:cNvPr id="28" name="Freeform 28"/>
              <p:cNvSpPr/>
              <p:nvPr/>
            </p:nvSpPr>
            <p:spPr>
              <a:xfrm>
                <a:off x="0" y="0"/>
                <a:ext cx="812800" cy="609600"/>
              </a:xfrm>
              <a:custGeom>
                <a:avLst/>
                <a:gdLst/>
                <a:ahLst/>
                <a:cxnLst/>
                <a:rect l="l" t="t" r="r" b="b"/>
                <a:pathLst>
                  <a:path w="812800" h="609600">
                    <a:moveTo>
                      <a:pt x="609600" y="0"/>
                    </a:moveTo>
                    <a:lnTo>
                      <a:pt x="0" y="0"/>
                    </a:lnTo>
                    <a:lnTo>
                      <a:pt x="203200" y="609600"/>
                    </a:lnTo>
                    <a:lnTo>
                      <a:pt x="812800" y="609600"/>
                    </a:lnTo>
                    <a:lnTo>
                      <a:pt x="609600" y="0"/>
                    </a:lnTo>
                    <a:close/>
                  </a:path>
                </a:pathLst>
              </a:custGeom>
              <a:solidFill>
                <a:srgbClr val="144D5F"/>
              </a:solidFill>
            </p:spPr>
          </p:sp>
          <p:sp>
            <p:nvSpPr>
              <p:cNvPr id="29" name="TextBox 29"/>
              <p:cNvSpPr txBox="1"/>
              <p:nvPr/>
            </p:nvSpPr>
            <p:spPr>
              <a:xfrm>
                <a:off x="101600" y="-57150"/>
                <a:ext cx="609600" cy="666750"/>
              </a:xfrm>
              <a:prstGeom prst="rect">
                <a:avLst/>
              </a:prstGeom>
            </p:spPr>
            <p:txBody>
              <a:bodyPr lIns="50800" tIns="50800" rIns="50800" bIns="50800" rtlCol="0" anchor="ctr"/>
              <a:lstStyle/>
              <a:p>
                <a:pPr algn="ctr">
                  <a:lnSpc>
                    <a:spcPts val="2486"/>
                  </a:lnSpc>
                </a:pPr>
                <a:endParaRPr/>
              </a:p>
            </p:txBody>
          </p:sp>
        </p:grpSp>
        <p:grpSp>
          <p:nvGrpSpPr>
            <p:cNvPr id="30" name="Group 30"/>
            <p:cNvGrpSpPr/>
            <p:nvPr/>
          </p:nvGrpSpPr>
          <p:grpSpPr>
            <a:xfrm>
              <a:off x="435526" y="4326107"/>
              <a:ext cx="7183009" cy="1758123"/>
              <a:chOff x="0" y="0"/>
              <a:chExt cx="1660392" cy="406400"/>
            </a:xfrm>
          </p:grpSpPr>
          <p:sp>
            <p:nvSpPr>
              <p:cNvPr id="31" name="Freeform 31"/>
              <p:cNvSpPr/>
              <p:nvPr/>
            </p:nvSpPr>
            <p:spPr>
              <a:xfrm>
                <a:off x="0" y="0"/>
                <a:ext cx="1660392" cy="406400"/>
              </a:xfrm>
              <a:custGeom>
                <a:avLst/>
                <a:gdLst/>
                <a:ahLst/>
                <a:cxnLst/>
                <a:rect l="l" t="t" r="r" b="b"/>
                <a:pathLst>
                  <a:path w="1660392" h="406400">
                    <a:moveTo>
                      <a:pt x="1457192" y="0"/>
                    </a:moveTo>
                    <a:cubicBezTo>
                      <a:pt x="1569417" y="0"/>
                      <a:pt x="1660392" y="90976"/>
                      <a:pt x="1660392" y="203200"/>
                    </a:cubicBezTo>
                    <a:cubicBezTo>
                      <a:pt x="1660392" y="315424"/>
                      <a:pt x="1569417" y="406400"/>
                      <a:pt x="1457192" y="406400"/>
                    </a:cubicBezTo>
                    <a:lnTo>
                      <a:pt x="203200" y="406400"/>
                    </a:lnTo>
                    <a:cubicBezTo>
                      <a:pt x="90976" y="406400"/>
                      <a:pt x="0" y="315424"/>
                      <a:pt x="0" y="203200"/>
                    </a:cubicBezTo>
                    <a:cubicBezTo>
                      <a:pt x="0" y="90976"/>
                      <a:pt x="90976" y="0"/>
                      <a:pt x="203200" y="0"/>
                    </a:cubicBezTo>
                    <a:close/>
                  </a:path>
                </a:pathLst>
              </a:custGeom>
              <a:solidFill>
                <a:srgbClr val="46A0B1"/>
              </a:solidFill>
            </p:spPr>
          </p:sp>
          <p:sp>
            <p:nvSpPr>
              <p:cNvPr id="32" name="TextBox 32"/>
              <p:cNvSpPr txBox="1"/>
              <p:nvPr/>
            </p:nvSpPr>
            <p:spPr>
              <a:xfrm>
                <a:off x="0" y="-57150"/>
                <a:ext cx="1660392" cy="463550"/>
              </a:xfrm>
              <a:prstGeom prst="rect">
                <a:avLst/>
              </a:prstGeom>
            </p:spPr>
            <p:txBody>
              <a:bodyPr lIns="50800" tIns="50800" rIns="50800" bIns="50800" rtlCol="0" anchor="ctr"/>
              <a:lstStyle/>
              <a:p>
                <a:pPr algn="ctr">
                  <a:lnSpc>
                    <a:spcPts val="2486"/>
                  </a:lnSpc>
                </a:pPr>
                <a:endParaRPr/>
              </a:p>
            </p:txBody>
          </p:sp>
        </p:grpSp>
        <p:grpSp>
          <p:nvGrpSpPr>
            <p:cNvPr id="33" name="Group 33"/>
            <p:cNvGrpSpPr/>
            <p:nvPr/>
          </p:nvGrpSpPr>
          <p:grpSpPr>
            <a:xfrm>
              <a:off x="0" y="2929699"/>
              <a:ext cx="3516247" cy="3516247"/>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lnTo>
                      <a:pt x="0" y="406400"/>
                    </a:lnTo>
                    <a:lnTo>
                      <a:pt x="203200" y="406400"/>
                    </a:lnTo>
                    <a:lnTo>
                      <a:pt x="203200" y="812800"/>
                    </a:lnTo>
                    <a:lnTo>
                      <a:pt x="609600" y="812800"/>
                    </a:lnTo>
                    <a:lnTo>
                      <a:pt x="609600" y="406400"/>
                    </a:lnTo>
                    <a:lnTo>
                      <a:pt x="812800" y="406400"/>
                    </a:lnTo>
                    <a:lnTo>
                      <a:pt x="406400" y="0"/>
                    </a:lnTo>
                    <a:close/>
                  </a:path>
                </a:pathLst>
              </a:custGeom>
              <a:solidFill>
                <a:srgbClr val="46A0B1"/>
              </a:solidFill>
            </p:spPr>
          </p:sp>
          <p:sp>
            <p:nvSpPr>
              <p:cNvPr id="35" name="TextBox 35"/>
              <p:cNvSpPr txBox="1"/>
              <p:nvPr/>
            </p:nvSpPr>
            <p:spPr>
              <a:xfrm>
                <a:off x="203200" y="44450"/>
                <a:ext cx="406400" cy="768350"/>
              </a:xfrm>
              <a:prstGeom prst="rect">
                <a:avLst/>
              </a:prstGeom>
            </p:spPr>
            <p:txBody>
              <a:bodyPr lIns="50800" tIns="50800" rIns="50800" bIns="50800" rtlCol="0" anchor="ctr"/>
              <a:lstStyle/>
              <a:p>
                <a:pPr algn="ctr">
                  <a:lnSpc>
                    <a:spcPts val="2486"/>
                  </a:lnSpc>
                </a:pPr>
                <a:endParaRPr/>
              </a:p>
            </p:txBody>
          </p:sp>
        </p:grpSp>
        <p:grpSp>
          <p:nvGrpSpPr>
            <p:cNvPr id="36" name="Group 36"/>
            <p:cNvGrpSpPr/>
            <p:nvPr/>
          </p:nvGrpSpPr>
          <p:grpSpPr>
            <a:xfrm rot="-729709">
              <a:off x="3337933" y="1236507"/>
              <a:ext cx="3066014" cy="4599021"/>
              <a:chOff x="0" y="0"/>
              <a:chExt cx="406400" cy="609600"/>
            </a:xfrm>
          </p:grpSpPr>
          <p:sp>
            <p:nvSpPr>
              <p:cNvPr id="37" name="Freeform 37"/>
              <p:cNvSpPr/>
              <p:nvPr/>
            </p:nvSpPr>
            <p:spPr>
              <a:xfrm>
                <a:off x="0" y="0"/>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gradFill rotWithShape="1">
                <a:gsLst>
                  <a:gs pos="0">
                    <a:srgbClr val="CDFFD8">
                      <a:alpha val="60000"/>
                    </a:srgbClr>
                  </a:gs>
                  <a:gs pos="100000">
                    <a:srgbClr val="94B9FF">
                      <a:alpha val="60000"/>
                    </a:srgbClr>
                  </a:gs>
                </a:gsLst>
                <a:lin ang="0"/>
              </a:gradFill>
            </p:spPr>
          </p:sp>
          <p:sp>
            <p:nvSpPr>
              <p:cNvPr id="38" name="TextBox 38"/>
              <p:cNvSpPr txBox="1"/>
              <p:nvPr/>
            </p:nvSpPr>
            <p:spPr>
              <a:xfrm>
                <a:off x="101600" y="-57150"/>
                <a:ext cx="203200" cy="666750"/>
              </a:xfrm>
              <a:prstGeom prst="rect">
                <a:avLst/>
              </a:prstGeom>
            </p:spPr>
            <p:txBody>
              <a:bodyPr lIns="50800" tIns="50800" rIns="50800" bIns="50800" rtlCol="0" anchor="ctr"/>
              <a:lstStyle/>
              <a:p>
                <a:pPr algn="ctr">
                  <a:lnSpc>
                    <a:spcPts val="2486"/>
                  </a:lnSpc>
                </a:pPr>
                <a:endParaRPr/>
              </a:p>
            </p:txBody>
          </p:sp>
        </p:grpSp>
      </p:grpSp>
      <p:sp>
        <p:nvSpPr>
          <p:cNvPr id="39" name="Freeform 39"/>
          <p:cNvSpPr/>
          <p:nvPr/>
        </p:nvSpPr>
        <p:spPr>
          <a:xfrm>
            <a:off x="15245913" y="9258300"/>
            <a:ext cx="2595326" cy="648832"/>
          </a:xfrm>
          <a:custGeom>
            <a:avLst/>
            <a:gdLst/>
            <a:ahLst/>
            <a:cxnLst/>
            <a:rect l="l" t="t" r="r" b="b"/>
            <a:pathLst>
              <a:path w="2595326" h="648832">
                <a:moveTo>
                  <a:pt x="0" y="0"/>
                </a:moveTo>
                <a:lnTo>
                  <a:pt x="2595326" y="0"/>
                </a:lnTo>
                <a:lnTo>
                  <a:pt x="2595326" y="648832"/>
                </a:lnTo>
                <a:lnTo>
                  <a:pt x="0" y="648832"/>
                </a:lnTo>
                <a:lnTo>
                  <a:pt x="0" y="0"/>
                </a:lnTo>
                <a:close/>
              </a:path>
            </a:pathLst>
          </a:custGeom>
          <a:blipFill>
            <a:blip r:embed="rId6"/>
            <a:stretch>
              <a:fillRect/>
            </a:stretch>
          </a:blipFill>
        </p:spPr>
      </p:sp>
      <p:sp>
        <p:nvSpPr>
          <p:cNvPr id="40" name="TextBox 40"/>
          <p:cNvSpPr txBox="1"/>
          <p:nvPr/>
        </p:nvSpPr>
        <p:spPr>
          <a:xfrm>
            <a:off x="2687912" y="3820429"/>
            <a:ext cx="6235642" cy="2363103"/>
          </a:xfrm>
          <a:prstGeom prst="rect">
            <a:avLst/>
          </a:prstGeom>
        </p:spPr>
        <p:txBody>
          <a:bodyPr lIns="0" tIns="0" rIns="0" bIns="0" rtlCol="0" anchor="t">
            <a:spAutoFit/>
          </a:bodyPr>
          <a:lstStyle/>
          <a:p>
            <a:pPr algn="just">
              <a:lnSpc>
                <a:spcPts val="4738"/>
              </a:lnSpc>
            </a:pPr>
            <a:r>
              <a:rPr lang="en-US" sz="2267" b="1">
                <a:solidFill>
                  <a:srgbClr val="FEFEFF"/>
                </a:solidFill>
                <a:latin typeface="Poppins Bold"/>
                <a:ea typeface="Poppins Bold"/>
                <a:cs typeface="Poppins Bold"/>
                <a:sym typeface="Poppins Bold"/>
              </a:rPr>
              <a:t>Clear &amp; Understandable</a:t>
            </a:r>
          </a:p>
          <a:p>
            <a:pPr algn="just">
              <a:lnSpc>
                <a:spcPts val="4738"/>
              </a:lnSpc>
            </a:pPr>
            <a:r>
              <a:rPr lang="en-US" sz="2267">
                <a:solidFill>
                  <a:srgbClr val="FEFEFF"/>
                </a:solidFill>
                <a:latin typeface="Poppins"/>
                <a:ea typeface="Poppins"/>
                <a:cs typeface="Poppins"/>
                <a:sym typeface="Poppins"/>
              </a:rPr>
              <a:t>Mudah di mengerti baik dari sisi keterbacaan, hirarki, konten yang tepat, serta penggunaan bahasa yang tepat.</a:t>
            </a:r>
          </a:p>
        </p:txBody>
      </p:sp>
      <p:sp>
        <p:nvSpPr>
          <p:cNvPr id="41" name="TextBox 41"/>
          <p:cNvSpPr txBox="1"/>
          <p:nvPr/>
        </p:nvSpPr>
        <p:spPr>
          <a:xfrm>
            <a:off x="2687912" y="2551084"/>
            <a:ext cx="13028986" cy="840720"/>
          </a:xfrm>
          <a:prstGeom prst="rect">
            <a:avLst/>
          </a:prstGeom>
        </p:spPr>
        <p:txBody>
          <a:bodyPr lIns="0" tIns="0" rIns="0" bIns="0" rtlCol="0" anchor="t">
            <a:spAutoFit/>
          </a:bodyPr>
          <a:lstStyle/>
          <a:p>
            <a:pPr algn="l">
              <a:lnSpc>
                <a:spcPts val="6438"/>
              </a:lnSpc>
            </a:pPr>
            <a:r>
              <a:rPr lang="en-US" sz="6132" spc="122">
                <a:solidFill>
                  <a:srgbClr val="FEFEFF"/>
                </a:solidFill>
                <a:latin typeface="Norwester"/>
                <a:ea typeface="Norwester"/>
                <a:cs typeface="Norwester"/>
                <a:sym typeface="Norwester"/>
              </a:rPr>
              <a:t>USER INTERFACE (UI)</a:t>
            </a:r>
          </a:p>
        </p:txBody>
      </p:sp>
      <p:sp>
        <p:nvSpPr>
          <p:cNvPr id="42" name="TextBox 42"/>
          <p:cNvSpPr txBox="1"/>
          <p:nvPr/>
        </p:nvSpPr>
        <p:spPr>
          <a:xfrm>
            <a:off x="9626287" y="3820429"/>
            <a:ext cx="6235642" cy="2963178"/>
          </a:xfrm>
          <a:prstGeom prst="rect">
            <a:avLst/>
          </a:prstGeom>
        </p:spPr>
        <p:txBody>
          <a:bodyPr lIns="0" tIns="0" rIns="0" bIns="0" rtlCol="0" anchor="t">
            <a:spAutoFit/>
          </a:bodyPr>
          <a:lstStyle/>
          <a:p>
            <a:pPr algn="just">
              <a:lnSpc>
                <a:spcPts val="4738"/>
              </a:lnSpc>
            </a:pPr>
            <a:r>
              <a:rPr lang="en-US" sz="2267" b="1">
                <a:solidFill>
                  <a:srgbClr val="FEFEFF"/>
                </a:solidFill>
                <a:latin typeface="Poppins Bold"/>
                <a:ea typeface="Poppins Bold"/>
                <a:cs typeface="Poppins Bold"/>
                <a:sym typeface="Poppins Bold"/>
              </a:rPr>
              <a:t>Consistent</a:t>
            </a:r>
          </a:p>
          <a:p>
            <a:pPr algn="just">
              <a:lnSpc>
                <a:spcPts val="4738"/>
              </a:lnSpc>
            </a:pPr>
            <a:r>
              <a:rPr lang="en-US" sz="2267">
                <a:solidFill>
                  <a:srgbClr val="FEFEFF"/>
                </a:solidFill>
                <a:latin typeface="Poppins"/>
                <a:ea typeface="Poppins"/>
                <a:cs typeface="Poppins"/>
                <a:sym typeface="Poppins"/>
              </a:rPr>
              <a:t>Memiliki visual yang konsisten sehingga pengguna familiar dan nggak bingung pada saat berinteraksi dengan design dan produk kita.</a:t>
            </a:r>
          </a:p>
        </p:txBody>
      </p:sp>
      <p:sp>
        <p:nvSpPr>
          <p:cNvPr id="43" name="TextBox 43"/>
          <p:cNvSpPr txBox="1"/>
          <p:nvPr/>
        </p:nvSpPr>
        <p:spPr>
          <a:xfrm>
            <a:off x="2687912" y="1902482"/>
            <a:ext cx="4207960" cy="562878"/>
          </a:xfrm>
          <a:prstGeom prst="rect">
            <a:avLst/>
          </a:prstGeom>
        </p:spPr>
        <p:txBody>
          <a:bodyPr lIns="0" tIns="0" rIns="0" bIns="0" rtlCol="0" anchor="t">
            <a:spAutoFit/>
          </a:bodyPr>
          <a:lstStyle/>
          <a:p>
            <a:pPr algn="just">
              <a:lnSpc>
                <a:spcPts val="4738"/>
              </a:lnSpc>
            </a:pPr>
            <a:r>
              <a:rPr lang="en-US" sz="2267">
                <a:solidFill>
                  <a:srgbClr val="FEFEFF"/>
                </a:solidFill>
                <a:latin typeface="Poppins"/>
                <a:ea typeface="Poppins"/>
                <a:cs typeface="Poppins"/>
                <a:sym typeface="Poppins"/>
              </a:rPr>
              <a:t>Perinsip Pendukung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2940"/>
        </a:solidFill>
        <a:effectLst/>
      </p:bgPr>
    </p:bg>
    <p:spTree>
      <p:nvGrpSpPr>
        <p:cNvPr id="1" name=""/>
        <p:cNvGrpSpPr/>
        <p:nvPr/>
      </p:nvGrpSpPr>
      <p:grpSpPr>
        <a:xfrm>
          <a:off x="0" y="0"/>
          <a:ext cx="0" cy="0"/>
          <a:chOff x="0" y="0"/>
          <a:chExt cx="0" cy="0"/>
        </a:xfrm>
      </p:grpSpPr>
      <p:sp>
        <p:nvSpPr>
          <p:cNvPr id="2" name="Freeform 2"/>
          <p:cNvSpPr/>
          <p:nvPr/>
        </p:nvSpPr>
        <p:spPr>
          <a:xfrm>
            <a:off x="9525"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15000"/>
            </a:blip>
            <a:stretch>
              <a:fillRect/>
            </a:stretch>
          </a:blipFill>
        </p:spPr>
      </p:sp>
      <p:grpSp>
        <p:nvGrpSpPr>
          <p:cNvPr id="3" name="Group 3"/>
          <p:cNvGrpSpPr/>
          <p:nvPr/>
        </p:nvGrpSpPr>
        <p:grpSpPr>
          <a:xfrm>
            <a:off x="7510084" y="732996"/>
            <a:ext cx="3267833" cy="591408"/>
            <a:chOff x="0" y="0"/>
            <a:chExt cx="4357110" cy="788544"/>
          </a:xfrm>
        </p:grpSpPr>
        <p:sp>
          <p:nvSpPr>
            <p:cNvPr id="4" name="Freeform 4"/>
            <p:cNvSpPr/>
            <p:nvPr/>
          </p:nvSpPr>
          <p:spPr>
            <a:xfrm>
              <a:off x="0" y="0"/>
              <a:ext cx="732988" cy="732988"/>
            </a:xfrm>
            <a:custGeom>
              <a:avLst/>
              <a:gdLst/>
              <a:ahLst/>
              <a:cxnLst/>
              <a:rect l="l" t="t" r="r" b="b"/>
              <a:pathLst>
                <a:path w="732988" h="732988">
                  <a:moveTo>
                    <a:pt x="0" y="0"/>
                  </a:moveTo>
                  <a:lnTo>
                    <a:pt x="732988" y="0"/>
                  </a:lnTo>
                  <a:lnTo>
                    <a:pt x="732988" y="732988"/>
                  </a:lnTo>
                  <a:lnTo>
                    <a:pt x="0" y="732988"/>
                  </a:lnTo>
                  <a:lnTo>
                    <a:pt x="0" y="0"/>
                  </a:lnTo>
                  <a:close/>
                </a:path>
              </a:pathLst>
            </a:custGeom>
            <a:blipFill>
              <a:blip r:embed="rId3"/>
              <a:stretch>
                <a:fillRect/>
              </a:stretch>
            </a:blipFill>
          </p:spPr>
        </p:sp>
        <p:sp>
          <p:nvSpPr>
            <p:cNvPr id="5" name="Freeform 5"/>
            <p:cNvSpPr/>
            <p:nvPr/>
          </p:nvSpPr>
          <p:spPr>
            <a:xfrm>
              <a:off x="935429" y="0"/>
              <a:ext cx="732988" cy="732988"/>
            </a:xfrm>
            <a:custGeom>
              <a:avLst/>
              <a:gdLst/>
              <a:ahLst/>
              <a:cxnLst/>
              <a:rect l="l" t="t" r="r" b="b"/>
              <a:pathLst>
                <a:path w="732988" h="732988">
                  <a:moveTo>
                    <a:pt x="0" y="0"/>
                  </a:moveTo>
                  <a:lnTo>
                    <a:pt x="732988" y="0"/>
                  </a:lnTo>
                  <a:lnTo>
                    <a:pt x="732988" y="732988"/>
                  </a:lnTo>
                  <a:lnTo>
                    <a:pt x="0" y="732988"/>
                  </a:lnTo>
                  <a:lnTo>
                    <a:pt x="0" y="0"/>
                  </a:lnTo>
                  <a:close/>
                </a:path>
              </a:pathLst>
            </a:custGeom>
            <a:blipFill>
              <a:blip r:embed="rId4"/>
              <a:stretch>
                <a:fillRect/>
              </a:stretch>
            </a:blipFill>
          </p:spPr>
        </p:sp>
        <p:sp>
          <p:nvSpPr>
            <p:cNvPr id="6" name="Freeform 6"/>
            <p:cNvSpPr/>
            <p:nvPr/>
          </p:nvSpPr>
          <p:spPr>
            <a:xfrm>
              <a:off x="1872405" y="55556"/>
              <a:ext cx="2484706" cy="732988"/>
            </a:xfrm>
            <a:custGeom>
              <a:avLst/>
              <a:gdLst/>
              <a:ahLst/>
              <a:cxnLst/>
              <a:rect l="l" t="t" r="r" b="b"/>
              <a:pathLst>
                <a:path w="2484706" h="732988">
                  <a:moveTo>
                    <a:pt x="0" y="0"/>
                  </a:moveTo>
                  <a:lnTo>
                    <a:pt x="2484705" y="0"/>
                  </a:lnTo>
                  <a:lnTo>
                    <a:pt x="2484705" y="732988"/>
                  </a:lnTo>
                  <a:lnTo>
                    <a:pt x="0" y="732988"/>
                  </a:lnTo>
                  <a:lnTo>
                    <a:pt x="0" y="0"/>
                  </a:lnTo>
                  <a:close/>
                </a:path>
              </a:pathLst>
            </a:custGeom>
            <a:blipFill>
              <a:blip r:embed="rId5"/>
              <a:stretch>
                <a:fillRect/>
              </a:stretch>
            </a:blipFill>
          </p:spPr>
        </p:sp>
      </p:grpSp>
      <p:grpSp>
        <p:nvGrpSpPr>
          <p:cNvPr id="7" name="Group 7"/>
          <p:cNvGrpSpPr/>
          <p:nvPr/>
        </p:nvGrpSpPr>
        <p:grpSpPr>
          <a:xfrm>
            <a:off x="13819395" y="-1307921"/>
            <a:ext cx="7040355" cy="6307586"/>
            <a:chOff x="0" y="0"/>
            <a:chExt cx="9387141" cy="8410115"/>
          </a:xfrm>
        </p:grpSpPr>
        <p:grpSp>
          <p:nvGrpSpPr>
            <p:cNvPr id="8" name="Group 8"/>
            <p:cNvGrpSpPr/>
            <p:nvPr/>
          </p:nvGrpSpPr>
          <p:grpSpPr>
            <a:xfrm>
              <a:off x="4693570" y="0"/>
              <a:ext cx="4693570" cy="8410115"/>
              <a:chOff x="0" y="0"/>
              <a:chExt cx="948267" cy="1699140"/>
            </a:xfrm>
          </p:grpSpPr>
          <p:sp>
            <p:nvSpPr>
              <p:cNvPr id="9" name="Freeform 9"/>
              <p:cNvSpPr/>
              <p:nvPr/>
            </p:nvSpPr>
            <p:spPr>
              <a:xfrm>
                <a:off x="0" y="0"/>
                <a:ext cx="948267" cy="1699140"/>
              </a:xfrm>
              <a:custGeom>
                <a:avLst/>
                <a:gdLst/>
                <a:ahLst/>
                <a:cxnLst/>
                <a:rect l="l" t="t" r="r" b="b"/>
                <a:pathLst>
                  <a:path w="948267" h="1699140">
                    <a:moveTo>
                      <a:pt x="0" y="849570"/>
                    </a:moveTo>
                    <a:lnTo>
                      <a:pt x="406400" y="0"/>
                    </a:lnTo>
                    <a:lnTo>
                      <a:pt x="406400" y="203200"/>
                    </a:lnTo>
                    <a:lnTo>
                      <a:pt x="948267" y="203200"/>
                    </a:lnTo>
                    <a:lnTo>
                      <a:pt x="948267" y="1495940"/>
                    </a:lnTo>
                    <a:lnTo>
                      <a:pt x="406400" y="1495940"/>
                    </a:lnTo>
                    <a:lnTo>
                      <a:pt x="406400" y="1699140"/>
                    </a:lnTo>
                    <a:lnTo>
                      <a:pt x="0" y="849570"/>
                    </a:lnTo>
                    <a:close/>
                  </a:path>
                </a:pathLst>
              </a:custGeom>
              <a:gradFill rotWithShape="1">
                <a:gsLst>
                  <a:gs pos="0">
                    <a:srgbClr val="CDFFD8">
                      <a:alpha val="100000"/>
                    </a:srgbClr>
                  </a:gs>
                  <a:gs pos="100000">
                    <a:srgbClr val="94B9FF">
                      <a:alpha val="100000"/>
                    </a:srgbClr>
                  </a:gs>
                </a:gsLst>
                <a:lin ang="0"/>
              </a:gradFill>
            </p:spPr>
          </p:sp>
          <p:sp>
            <p:nvSpPr>
              <p:cNvPr id="10" name="TextBox 10"/>
              <p:cNvSpPr txBox="1"/>
              <p:nvPr/>
            </p:nvSpPr>
            <p:spPr>
              <a:xfrm>
                <a:off x="101600" y="146050"/>
                <a:ext cx="846667" cy="1349890"/>
              </a:xfrm>
              <a:prstGeom prst="rect">
                <a:avLst/>
              </a:prstGeom>
            </p:spPr>
            <p:txBody>
              <a:bodyPr lIns="50800" tIns="50800" rIns="50800" bIns="50800" rtlCol="0" anchor="ctr"/>
              <a:lstStyle/>
              <a:p>
                <a:pPr algn="ctr">
                  <a:lnSpc>
                    <a:spcPts val="2486"/>
                  </a:lnSpc>
                </a:pPr>
                <a:endParaRPr/>
              </a:p>
            </p:txBody>
          </p:sp>
        </p:grpSp>
        <p:grpSp>
          <p:nvGrpSpPr>
            <p:cNvPr id="11" name="Group 11"/>
            <p:cNvGrpSpPr/>
            <p:nvPr/>
          </p:nvGrpSpPr>
          <p:grpSpPr>
            <a:xfrm>
              <a:off x="2682040" y="2390174"/>
              <a:ext cx="4023060" cy="1814884"/>
              <a:chOff x="0" y="0"/>
              <a:chExt cx="812800" cy="366671"/>
            </a:xfrm>
          </p:grpSpPr>
          <p:sp>
            <p:nvSpPr>
              <p:cNvPr id="12" name="Freeform 12"/>
              <p:cNvSpPr/>
              <p:nvPr/>
            </p:nvSpPr>
            <p:spPr>
              <a:xfrm>
                <a:off x="0" y="0"/>
                <a:ext cx="812800" cy="366671"/>
              </a:xfrm>
              <a:custGeom>
                <a:avLst/>
                <a:gdLst/>
                <a:ahLst/>
                <a:cxnLst/>
                <a:rect l="l" t="t" r="r" b="b"/>
                <a:pathLst>
                  <a:path w="812800" h="366671">
                    <a:moveTo>
                      <a:pt x="609600" y="0"/>
                    </a:moveTo>
                    <a:lnTo>
                      <a:pt x="0" y="0"/>
                    </a:lnTo>
                    <a:lnTo>
                      <a:pt x="203200" y="366671"/>
                    </a:lnTo>
                    <a:lnTo>
                      <a:pt x="812800" y="366671"/>
                    </a:lnTo>
                    <a:lnTo>
                      <a:pt x="609600" y="0"/>
                    </a:lnTo>
                    <a:close/>
                  </a:path>
                </a:pathLst>
              </a:custGeom>
              <a:solidFill>
                <a:srgbClr val="144D5F"/>
              </a:solidFill>
            </p:spPr>
          </p:sp>
          <p:sp>
            <p:nvSpPr>
              <p:cNvPr id="13" name="TextBox 13"/>
              <p:cNvSpPr txBox="1"/>
              <p:nvPr/>
            </p:nvSpPr>
            <p:spPr>
              <a:xfrm>
                <a:off x="101600" y="-57150"/>
                <a:ext cx="609600" cy="423821"/>
              </a:xfrm>
              <a:prstGeom prst="rect">
                <a:avLst/>
              </a:prstGeom>
            </p:spPr>
            <p:txBody>
              <a:bodyPr lIns="50800" tIns="50800" rIns="50800" bIns="50800" rtlCol="0" anchor="ctr"/>
              <a:lstStyle/>
              <a:p>
                <a:pPr algn="ctr">
                  <a:lnSpc>
                    <a:spcPts val="2486"/>
                  </a:lnSpc>
                </a:pPr>
                <a:endParaRPr/>
              </a:p>
            </p:txBody>
          </p:sp>
        </p:grpSp>
        <p:grpSp>
          <p:nvGrpSpPr>
            <p:cNvPr id="14" name="Group 14"/>
            <p:cNvGrpSpPr/>
            <p:nvPr/>
          </p:nvGrpSpPr>
          <p:grpSpPr>
            <a:xfrm>
              <a:off x="0" y="500864"/>
              <a:ext cx="7716008" cy="2011530"/>
              <a:chOff x="0" y="0"/>
              <a:chExt cx="1558906" cy="406400"/>
            </a:xfrm>
          </p:grpSpPr>
          <p:sp>
            <p:nvSpPr>
              <p:cNvPr id="15" name="Freeform 15"/>
              <p:cNvSpPr/>
              <p:nvPr/>
            </p:nvSpPr>
            <p:spPr>
              <a:xfrm>
                <a:off x="0" y="0"/>
                <a:ext cx="1558906" cy="406400"/>
              </a:xfrm>
              <a:custGeom>
                <a:avLst/>
                <a:gdLst/>
                <a:ahLst/>
                <a:cxnLst/>
                <a:rect l="l" t="t" r="r" b="b"/>
                <a:pathLst>
                  <a:path w="1558906" h="406400">
                    <a:moveTo>
                      <a:pt x="1355706" y="0"/>
                    </a:moveTo>
                    <a:cubicBezTo>
                      <a:pt x="1467930" y="0"/>
                      <a:pt x="1558906" y="90976"/>
                      <a:pt x="1558906" y="203200"/>
                    </a:cubicBezTo>
                    <a:cubicBezTo>
                      <a:pt x="1558906" y="315424"/>
                      <a:pt x="1467930" y="406400"/>
                      <a:pt x="1355706" y="406400"/>
                    </a:cubicBezTo>
                    <a:lnTo>
                      <a:pt x="203200" y="406400"/>
                    </a:lnTo>
                    <a:cubicBezTo>
                      <a:pt x="90976" y="406400"/>
                      <a:pt x="0" y="315424"/>
                      <a:pt x="0" y="203200"/>
                    </a:cubicBezTo>
                    <a:cubicBezTo>
                      <a:pt x="0" y="90976"/>
                      <a:pt x="90976" y="0"/>
                      <a:pt x="203200" y="0"/>
                    </a:cubicBezTo>
                    <a:close/>
                  </a:path>
                </a:pathLst>
              </a:custGeom>
              <a:solidFill>
                <a:srgbClr val="46A0B1"/>
              </a:solidFill>
            </p:spPr>
          </p:sp>
          <p:sp>
            <p:nvSpPr>
              <p:cNvPr id="16" name="TextBox 16"/>
              <p:cNvSpPr txBox="1"/>
              <p:nvPr/>
            </p:nvSpPr>
            <p:spPr>
              <a:xfrm>
                <a:off x="0" y="-57150"/>
                <a:ext cx="1558906" cy="463550"/>
              </a:xfrm>
              <a:prstGeom prst="rect">
                <a:avLst/>
              </a:prstGeom>
            </p:spPr>
            <p:txBody>
              <a:bodyPr lIns="50800" tIns="50800" rIns="50800" bIns="50800" rtlCol="0" anchor="ctr"/>
              <a:lstStyle/>
              <a:p>
                <a:pPr algn="ctr">
                  <a:lnSpc>
                    <a:spcPts val="2486"/>
                  </a:lnSpc>
                </a:pPr>
                <a:endParaRPr/>
              </a:p>
            </p:txBody>
          </p:sp>
        </p:grpSp>
        <p:grpSp>
          <p:nvGrpSpPr>
            <p:cNvPr id="17" name="Group 17"/>
            <p:cNvGrpSpPr/>
            <p:nvPr/>
          </p:nvGrpSpPr>
          <p:grpSpPr>
            <a:xfrm>
              <a:off x="4693570" y="181997"/>
              <a:ext cx="4023060" cy="4023060"/>
              <a:chOff x="0" y="0"/>
              <a:chExt cx="812800" cy="812800"/>
            </a:xfrm>
          </p:grpSpPr>
          <p:sp>
            <p:nvSpPr>
              <p:cNvPr id="18" name="Freeform 18"/>
              <p:cNvSpPr/>
              <p:nvPr/>
            </p:nvSpPr>
            <p:spPr>
              <a:xfrm>
                <a:off x="0" y="0"/>
                <a:ext cx="812800" cy="812800"/>
              </a:xfrm>
              <a:custGeom>
                <a:avLst/>
                <a:gdLst/>
                <a:ahLst/>
                <a:cxnLst/>
                <a:rect l="l" t="t" r="r" b="b"/>
                <a:pathLst>
                  <a:path w="812800" h="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46A0B1"/>
              </a:solidFill>
            </p:spPr>
          </p:sp>
          <p:sp>
            <p:nvSpPr>
              <p:cNvPr id="19" name="TextBox 19"/>
              <p:cNvSpPr txBox="1"/>
              <p:nvPr/>
            </p:nvSpPr>
            <p:spPr>
              <a:xfrm>
                <a:off x="203200" y="-57150"/>
                <a:ext cx="406400" cy="768350"/>
              </a:xfrm>
              <a:prstGeom prst="rect">
                <a:avLst/>
              </a:prstGeom>
            </p:spPr>
            <p:txBody>
              <a:bodyPr lIns="50800" tIns="50800" rIns="50800" bIns="50800" rtlCol="0" anchor="ctr"/>
              <a:lstStyle/>
              <a:p>
                <a:pPr algn="ctr">
                  <a:lnSpc>
                    <a:spcPts val="2486"/>
                  </a:lnSpc>
                </a:pPr>
                <a:endParaRPr/>
              </a:p>
            </p:txBody>
          </p:sp>
        </p:grpSp>
        <p:grpSp>
          <p:nvGrpSpPr>
            <p:cNvPr id="20" name="Group 20"/>
            <p:cNvGrpSpPr/>
            <p:nvPr/>
          </p:nvGrpSpPr>
          <p:grpSpPr>
            <a:xfrm rot="-421994">
              <a:off x="1547198" y="1087681"/>
              <a:ext cx="3507933" cy="5261900"/>
              <a:chOff x="0" y="0"/>
              <a:chExt cx="406400" cy="609600"/>
            </a:xfrm>
          </p:grpSpPr>
          <p:sp>
            <p:nvSpPr>
              <p:cNvPr id="21" name="Freeform 21"/>
              <p:cNvSpPr/>
              <p:nvPr/>
            </p:nvSpPr>
            <p:spPr>
              <a:xfrm>
                <a:off x="0" y="0"/>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gradFill rotWithShape="1">
                <a:gsLst>
                  <a:gs pos="0">
                    <a:srgbClr val="CDFFD8">
                      <a:alpha val="60000"/>
                    </a:srgbClr>
                  </a:gs>
                  <a:gs pos="100000">
                    <a:srgbClr val="94B9FF">
                      <a:alpha val="60000"/>
                    </a:srgbClr>
                  </a:gs>
                </a:gsLst>
                <a:lin ang="0"/>
              </a:gradFill>
            </p:spPr>
          </p:sp>
          <p:sp>
            <p:nvSpPr>
              <p:cNvPr id="22" name="TextBox 22"/>
              <p:cNvSpPr txBox="1"/>
              <p:nvPr/>
            </p:nvSpPr>
            <p:spPr>
              <a:xfrm>
                <a:off x="101600" y="-57150"/>
                <a:ext cx="203200" cy="666750"/>
              </a:xfrm>
              <a:prstGeom prst="rect">
                <a:avLst/>
              </a:prstGeom>
            </p:spPr>
            <p:txBody>
              <a:bodyPr lIns="50800" tIns="50800" rIns="50800" bIns="50800" rtlCol="0" anchor="ctr"/>
              <a:lstStyle/>
              <a:p>
                <a:pPr algn="ctr">
                  <a:lnSpc>
                    <a:spcPts val="2486"/>
                  </a:lnSpc>
                </a:pPr>
                <a:endParaRPr/>
              </a:p>
            </p:txBody>
          </p:sp>
        </p:grpSp>
      </p:grpSp>
      <p:grpSp>
        <p:nvGrpSpPr>
          <p:cNvPr id="23" name="Group 23"/>
          <p:cNvGrpSpPr/>
          <p:nvPr/>
        </p:nvGrpSpPr>
        <p:grpSpPr>
          <a:xfrm>
            <a:off x="-1705191" y="6469644"/>
            <a:ext cx="5713901" cy="4834459"/>
            <a:chOff x="0" y="0"/>
            <a:chExt cx="7618535" cy="6445946"/>
          </a:xfrm>
        </p:grpSpPr>
        <p:grpSp>
          <p:nvGrpSpPr>
            <p:cNvPr id="24" name="Group 24"/>
            <p:cNvGrpSpPr/>
            <p:nvPr/>
          </p:nvGrpSpPr>
          <p:grpSpPr>
            <a:xfrm>
              <a:off x="0" y="0"/>
              <a:ext cx="3516247" cy="6084231"/>
              <a:chOff x="0" y="0"/>
              <a:chExt cx="812800" cy="1406404"/>
            </a:xfrm>
          </p:grpSpPr>
          <p:sp>
            <p:nvSpPr>
              <p:cNvPr id="25" name="Freeform 25"/>
              <p:cNvSpPr/>
              <p:nvPr/>
            </p:nvSpPr>
            <p:spPr>
              <a:xfrm>
                <a:off x="0" y="0"/>
                <a:ext cx="812800" cy="1406404"/>
              </a:xfrm>
              <a:custGeom>
                <a:avLst/>
                <a:gdLst/>
                <a:ahLst/>
                <a:cxnLst/>
                <a:rect l="l" t="t" r="r" b="b"/>
                <a:pathLst>
                  <a:path w="812800" h="1406404">
                    <a:moveTo>
                      <a:pt x="812800" y="703202"/>
                    </a:moveTo>
                    <a:lnTo>
                      <a:pt x="406400" y="0"/>
                    </a:lnTo>
                    <a:lnTo>
                      <a:pt x="406400" y="203200"/>
                    </a:lnTo>
                    <a:lnTo>
                      <a:pt x="0" y="203200"/>
                    </a:lnTo>
                    <a:lnTo>
                      <a:pt x="0" y="1203204"/>
                    </a:lnTo>
                    <a:lnTo>
                      <a:pt x="406400" y="1203204"/>
                    </a:lnTo>
                    <a:lnTo>
                      <a:pt x="406400" y="1406404"/>
                    </a:lnTo>
                    <a:lnTo>
                      <a:pt x="812800" y="703202"/>
                    </a:lnTo>
                    <a:close/>
                  </a:path>
                </a:pathLst>
              </a:custGeom>
              <a:gradFill rotWithShape="1">
                <a:gsLst>
                  <a:gs pos="0">
                    <a:srgbClr val="CDFFD8">
                      <a:alpha val="100000"/>
                    </a:srgbClr>
                  </a:gs>
                  <a:gs pos="100000">
                    <a:srgbClr val="94B9FF">
                      <a:alpha val="100000"/>
                    </a:srgbClr>
                  </a:gs>
                </a:gsLst>
                <a:lin ang="0"/>
              </a:gradFill>
            </p:spPr>
          </p:sp>
          <p:sp>
            <p:nvSpPr>
              <p:cNvPr id="26" name="TextBox 26"/>
              <p:cNvSpPr txBox="1"/>
              <p:nvPr/>
            </p:nvSpPr>
            <p:spPr>
              <a:xfrm>
                <a:off x="0" y="146050"/>
                <a:ext cx="711200" cy="1057154"/>
              </a:xfrm>
              <a:prstGeom prst="rect">
                <a:avLst/>
              </a:prstGeom>
            </p:spPr>
            <p:txBody>
              <a:bodyPr lIns="50800" tIns="50800" rIns="50800" bIns="50800" rtlCol="0" anchor="ctr"/>
              <a:lstStyle/>
              <a:p>
                <a:pPr algn="ctr">
                  <a:lnSpc>
                    <a:spcPts val="2486"/>
                  </a:lnSpc>
                </a:pPr>
                <a:endParaRPr/>
              </a:p>
            </p:txBody>
          </p:sp>
        </p:grpSp>
        <p:grpSp>
          <p:nvGrpSpPr>
            <p:cNvPr id="27" name="Group 27"/>
            <p:cNvGrpSpPr/>
            <p:nvPr/>
          </p:nvGrpSpPr>
          <p:grpSpPr>
            <a:xfrm>
              <a:off x="1758123" y="3007515"/>
              <a:ext cx="3516247" cy="2637185"/>
              <a:chOff x="0" y="0"/>
              <a:chExt cx="812800" cy="609600"/>
            </a:xfrm>
          </p:grpSpPr>
          <p:sp>
            <p:nvSpPr>
              <p:cNvPr id="28" name="Freeform 28"/>
              <p:cNvSpPr/>
              <p:nvPr/>
            </p:nvSpPr>
            <p:spPr>
              <a:xfrm>
                <a:off x="0" y="0"/>
                <a:ext cx="812800" cy="609600"/>
              </a:xfrm>
              <a:custGeom>
                <a:avLst/>
                <a:gdLst/>
                <a:ahLst/>
                <a:cxnLst/>
                <a:rect l="l" t="t" r="r" b="b"/>
                <a:pathLst>
                  <a:path w="812800" h="609600">
                    <a:moveTo>
                      <a:pt x="609600" y="0"/>
                    </a:moveTo>
                    <a:lnTo>
                      <a:pt x="0" y="0"/>
                    </a:lnTo>
                    <a:lnTo>
                      <a:pt x="203200" y="609600"/>
                    </a:lnTo>
                    <a:lnTo>
                      <a:pt x="812800" y="609600"/>
                    </a:lnTo>
                    <a:lnTo>
                      <a:pt x="609600" y="0"/>
                    </a:lnTo>
                    <a:close/>
                  </a:path>
                </a:pathLst>
              </a:custGeom>
              <a:solidFill>
                <a:srgbClr val="144D5F"/>
              </a:solidFill>
            </p:spPr>
          </p:sp>
          <p:sp>
            <p:nvSpPr>
              <p:cNvPr id="29" name="TextBox 29"/>
              <p:cNvSpPr txBox="1"/>
              <p:nvPr/>
            </p:nvSpPr>
            <p:spPr>
              <a:xfrm>
                <a:off x="101600" y="-57150"/>
                <a:ext cx="609600" cy="666750"/>
              </a:xfrm>
              <a:prstGeom prst="rect">
                <a:avLst/>
              </a:prstGeom>
            </p:spPr>
            <p:txBody>
              <a:bodyPr lIns="50800" tIns="50800" rIns="50800" bIns="50800" rtlCol="0" anchor="ctr"/>
              <a:lstStyle/>
              <a:p>
                <a:pPr algn="ctr">
                  <a:lnSpc>
                    <a:spcPts val="2486"/>
                  </a:lnSpc>
                </a:pPr>
                <a:endParaRPr/>
              </a:p>
            </p:txBody>
          </p:sp>
        </p:grpSp>
        <p:grpSp>
          <p:nvGrpSpPr>
            <p:cNvPr id="30" name="Group 30"/>
            <p:cNvGrpSpPr/>
            <p:nvPr/>
          </p:nvGrpSpPr>
          <p:grpSpPr>
            <a:xfrm>
              <a:off x="435526" y="4326107"/>
              <a:ext cx="7183009" cy="1758123"/>
              <a:chOff x="0" y="0"/>
              <a:chExt cx="1660392" cy="406400"/>
            </a:xfrm>
          </p:grpSpPr>
          <p:sp>
            <p:nvSpPr>
              <p:cNvPr id="31" name="Freeform 31"/>
              <p:cNvSpPr/>
              <p:nvPr/>
            </p:nvSpPr>
            <p:spPr>
              <a:xfrm>
                <a:off x="0" y="0"/>
                <a:ext cx="1660392" cy="406400"/>
              </a:xfrm>
              <a:custGeom>
                <a:avLst/>
                <a:gdLst/>
                <a:ahLst/>
                <a:cxnLst/>
                <a:rect l="l" t="t" r="r" b="b"/>
                <a:pathLst>
                  <a:path w="1660392" h="406400">
                    <a:moveTo>
                      <a:pt x="1457192" y="0"/>
                    </a:moveTo>
                    <a:cubicBezTo>
                      <a:pt x="1569417" y="0"/>
                      <a:pt x="1660392" y="90976"/>
                      <a:pt x="1660392" y="203200"/>
                    </a:cubicBezTo>
                    <a:cubicBezTo>
                      <a:pt x="1660392" y="315424"/>
                      <a:pt x="1569417" y="406400"/>
                      <a:pt x="1457192" y="406400"/>
                    </a:cubicBezTo>
                    <a:lnTo>
                      <a:pt x="203200" y="406400"/>
                    </a:lnTo>
                    <a:cubicBezTo>
                      <a:pt x="90976" y="406400"/>
                      <a:pt x="0" y="315424"/>
                      <a:pt x="0" y="203200"/>
                    </a:cubicBezTo>
                    <a:cubicBezTo>
                      <a:pt x="0" y="90976"/>
                      <a:pt x="90976" y="0"/>
                      <a:pt x="203200" y="0"/>
                    </a:cubicBezTo>
                    <a:close/>
                  </a:path>
                </a:pathLst>
              </a:custGeom>
              <a:solidFill>
                <a:srgbClr val="46A0B1"/>
              </a:solidFill>
            </p:spPr>
          </p:sp>
          <p:sp>
            <p:nvSpPr>
              <p:cNvPr id="32" name="TextBox 32"/>
              <p:cNvSpPr txBox="1"/>
              <p:nvPr/>
            </p:nvSpPr>
            <p:spPr>
              <a:xfrm>
                <a:off x="0" y="-57150"/>
                <a:ext cx="1660392" cy="463550"/>
              </a:xfrm>
              <a:prstGeom prst="rect">
                <a:avLst/>
              </a:prstGeom>
            </p:spPr>
            <p:txBody>
              <a:bodyPr lIns="50800" tIns="50800" rIns="50800" bIns="50800" rtlCol="0" anchor="ctr"/>
              <a:lstStyle/>
              <a:p>
                <a:pPr algn="ctr">
                  <a:lnSpc>
                    <a:spcPts val="2486"/>
                  </a:lnSpc>
                </a:pPr>
                <a:endParaRPr/>
              </a:p>
            </p:txBody>
          </p:sp>
        </p:grpSp>
        <p:grpSp>
          <p:nvGrpSpPr>
            <p:cNvPr id="33" name="Group 33"/>
            <p:cNvGrpSpPr/>
            <p:nvPr/>
          </p:nvGrpSpPr>
          <p:grpSpPr>
            <a:xfrm>
              <a:off x="0" y="2929699"/>
              <a:ext cx="3516247" cy="3516247"/>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lnTo>
                      <a:pt x="0" y="406400"/>
                    </a:lnTo>
                    <a:lnTo>
                      <a:pt x="203200" y="406400"/>
                    </a:lnTo>
                    <a:lnTo>
                      <a:pt x="203200" y="812800"/>
                    </a:lnTo>
                    <a:lnTo>
                      <a:pt x="609600" y="812800"/>
                    </a:lnTo>
                    <a:lnTo>
                      <a:pt x="609600" y="406400"/>
                    </a:lnTo>
                    <a:lnTo>
                      <a:pt x="812800" y="406400"/>
                    </a:lnTo>
                    <a:lnTo>
                      <a:pt x="406400" y="0"/>
                    </a:lnTo>
                    <a:close/>
                  </a:path>
                </a:pathLst>
              </a:custGeom>
              <a:solidFill>
                <a:srgbClr val="46A0B1"/>
              </a:solidFill>
            </p:spPr>
          </p:sp>
          <p:sp>
            <p:nvSpPr>
              <p:cNvPr id="35" name="TextBox 35"/>
              <p:cNvSpPr txBox="1"/>
              <p:nvPr/>
            </p:nvSpPr>
            <p:spPr>
              <a:xfrm>
                <a:off x="203200" y="44450"/>
                <a:ext cx="406400" cy="768350"/>
              </a:xfrm>
              <a:prstGeom prst="rect">
                <a:avLst/>
              </a:prstGeom>
            </p:spPr>
            <p:txBody>
              <a:bodyPr lIns="50800" tIns="50800" rIns="50800" bIns="50800" rtlCol="0" anchor="ctr"/>
              <a:lstStyle/>
              <a:p>
                <a:pPr algn="ctr">
                  <a:lnSpc>
                    <a:spcPts val="2486"/>
                  </a:lnSpc>
                </a:pPr>
                <a:endParaRPr/>
              </a:p>
            </p:txBody>
          </p:sp>
        </p:grpSp>
        <p:grpSp>
          <p:nvGrpSpPr>
            <p:cNvPr id="36" name="Group 36"/>
            <p:cNvGrpSpPr/>
            <p:nvPr/>
          </p:nvGrpSpPr>
          <p:grpSpPr>
            <a:xfrm rot="-729709">
              <a:off x="3337933" y="1236507"/>
              <a:ext cx="3066014" cy="4599021"/>
              <a:chOff x="0" y="0"/>
              <a:chExt cx="406400" cy="609600"/>
            </a:xfrm>
          </p:grpSpPr>
          <p:sp>
            <p:nvSpPr>
              <p:cNvPr id="37" name="Freeform 37"/>
              <p:cNvSpPr/>
              <p:nvPr/>
            </p:nvSpPr>
            <p:spPr>
              <a:xfrm>
                <a:off x="0" y="0"/>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gradFill rotWithShape="1">
                <a:gsLst>
                  <a:gs pos="0">
                    <a:srgbClr val="CDFFD8">
                      <a:alpha val="60000"/>
                    </a:srgbClr>
                  </a:gs>
                  <a:gs pos="100000">
                    <a:srgbClr val="94B9FF">
                      <a:alpha val="60000"/>
                    </a:srgbClr>
                  </a:gs>
                </a:gsLst>
                <a:lin ang="0"/>
              </a:gradFill>
            </p:spPr>
          </p:sp>
          <p:sp>
            <p:nvSpPr>
              <p:cNvPr id="38" name="TextBox 38"/>
              <p:cNvSpPr txBox="1"/>
              <p:nvPr/>
            </p:nvSpPr>
            <p:spPr>
              <a:xfrm>
                <a:off x="101600" y="-57150"/>
                <a:ext cx="203200" cy="666750"/>
              </a:xfrm>
              <a:prstGeom prst="rect">
                <a:avLst/>
              </a:prstGeom>
            </p:spPr>
            <p:txBody>
              <a:bodyPr lIns="50800" tIns="50800" rIns="50800" bIns="50800" rtlCol="0" anchor="ctr"/>
              <a:lstStyle/>
              <a:p>
                <a:pPr algn="ctr">
                  <a:lnSpc>
                    <a:spcPts val="2486"/>
                  </a:lnSpc>
                </a:pPr>
                <a:endParaRPr/>
              </a:p>
            </p:txBody>
          </p:sp>
        </p:grpSp>
      </p:grpSp>
      <p:sp>
        <p:nvSpPr>
          <p:cNvPr id="39" name="Freeform 39"/>
          <p:cNvSpPr/>
          <p:nvPr/>
        </p:nvSpPr>
        <p:spPr>
          <a:xfrm>
            <a:off x="15245913" y="9258300"/>
            <a:ext cx="2595326" cy="648832"/>
          </a:xfrm>
          <a:custGeom>
            <a:avLst/>
            <a:gdLst/>
            <a:ahLst/>
            <a:cxnLst/>
            <a:rect l="l" t="t" r="r" b="b"/>
            <a:pathLst>
              <a:path w="2595326" h="648832">
                <a:moveTo>
                  <a:pt x="0" y="0"/>
                </a:moveTo>
                <a:lnTo>
                  <a:pt x="2595326" y="0"/>
                </a:lnTo>
                <a:lnTo>
                  <a:pt x="2595326" y="648832"/>
                </a:lnTo>
                <a:lnTo>
                  <a:pt x="0" y="648832"/>
                </a:lnTo>
                <a:lnTo>
                  <a:pt x="0" y="0"/>
                </a:lnTo>
                <a:close/>
              </a:path>
            </a:pathLst>
          </a:custGeom>
          <a:blipFill>
            <a:blip r:embed="rId6"/>
            <a:stretch>
              <a:fillRect/>
            </a:stretch>
          </a:blipFill>
        </p:spPr>
      </p:sp>
      <p:sp>
        <p:nvSpPr>
          <p:cNvPr id="40" name="Freeform 40"/>
          <p:cNvSpPr/>
          <p:nvPr/>
        </p:nvSpPr>
        <p:spPr>
          <a:xfrm>
            <a:off x="3262908" y="5999809"/>
            <a:ext cx="5433417" cy="3258491"/>
          </a:xfrm>
          <a:custGeom>
            <a:avLst/>
            <a:gdLst/>
            <a:ahLst/>
            <a:cxnLst/>
            <a:rect l="l" t="t" r="r" b="b"/>
            <a:pathLst>
              <a:path w="5433417" h="3258491">
                <a:moveTo>
                  <a:pt x="0" y="0"/>
                </a:moveTo>
                <a:lnTo>
                  <a:pt x="5433417" y="0"/>
                </a:lnTo>
                <a:lnTo>
                  <a:pt x="5433417" y="3258491"/>
                </a:lnTo>
                <a:lnTo>
                  <a:pt x="0" y="3258491"/>
                </a:lnTo>
                <a:lnTo>
                  <a:pt x="0" y="0"/>
                </a:lnTo>
                <a:close/>
              </a:path>
            </a:pathLst>
          </a:custGeom>
          <a:blipFill>
            <a:blip r:embed="rId7"/>
            <a:stretch>
              <a:fillRect/>
            </a:stretch>
          </a:blipFill>
        </p:spPr>
      </p:sp>
      <p:sp>
        <p:nvSpPr>
          <p:cNvPr id="41" name="Freeform 41"/>
          <p:cNvSpPr/>
          <p:nvPr/>
        </p:nvSpPr>
        <p:spPr>
          <a:xfrm>
            <a:off x="9541159" y="5999809"/>
            <a:ext cx="5406870" cy="3247229"/>
          </a:xfrm>
          <a:custGeom>
            <a:avLst/>
            <a:gdLst/>
            <a:ahLst/>
            <a:cxnLst/>
            <a:rect l="l" t="t" r="r" b="b"/>
            <a:pathLst>
              <a:path w="5406870" h="3247229">
                <a:moveTo>
                  <a:pt x="0" y="0"/>
                </a:moveTo>
                <a:lnTo>
                  <a:pt x="5406870" y="0"/>
                </a:lnTo>
                <a:lnTo>
                  <a:pt x="5406870" y="3247229"/>
                </a:lnTo>
                <a:lnTo>
                  <a:pt x="0" y="3247229"/>
                </a:lnTo>
                <a:lnTo>
                  <a:pt x="0" y="0"/>
                </a:lnTo>
                <a:close/>
              </a:path>
            </a:pathLst>
          </a:custGeom>
          <a:blipFill>
            <a:blip r:embed="rId8"/>
            <a:stretch>
              <a:fillRect/>
            </a:stretch>
          </a:blipFill>
        </p:spPr>
      </p:sp>
      <p:sp>
        <p:nvSpPr>
          <p:cNvPr id="42" name="TextBox 42"/>
          <p:cNvSpPr txBox="1"/>
          <p:nvPr/>
        </p:nvSpPr>
        <p:spPr>
          <a:xfrm>
            <a:off x="2687912" y="3820429"/>
            <a:ext cx="13028986" cy="1162953"/>
          </a:xfrm>
          <a:prstGeom prst="rect">
            <a:avLst/>
          </a:prstGeom>
        </p:spPr>
        <p:txBody>
          <a:bodyPr lIns="0" tIns="0" rIns="0" bIns="0" rtlCol="0" anchor="t">
            <a:spAutoFit/>
          </a:bodyPr>
          <a:lstStyle/>
          <a:p>
            <a:pPr marL="489509" lvl="1" indent="-244754" algn="just">
              <a:lnSpc>
                <a:spcPts val="4738"/>
              </a:lnSpc>
              <a:buAutoNum type="arabicPeriod"/>
            </a:pPr>
            <a:r>
              <a:rPr lang="en-US" sz="2267">
                <a:solidFill>
                  <a:srgbClr val="FEFEFF"/>
                </a:solidFill>
                <a:latin typeface="Poppins"/>
                <a:ea typeface="Poppins"/>
                <a:cs typeface="Poppins"/>
                <a:sym typeface="Poppins"/>
              </a:rPr>
              <a:t> </a:t>
            </a:r>
            <a:r>
              <a:rPr lang="en-US" sz="2267" b="1">
                <a:solidFill>
                  <a:srgbClr val="FEFEFF"/>
                </a:solidFill>
                <a:latin typeface="Poppins Bold"/>
                <a:ea typeface="Poppins Bold"/>
                <a:cs typeface="Poppins Bold"/>
                <a:sym typeface="Poppins Bold"/>
              </a:rPr>
              <a:t>Mockup</a:t>
            </a:r>
            <a:r>
              <a:rPr lang="en-US" sz="2267">
                <a:solidFill>
                  <a:srgbClr val="FEFEFF"/>
                </a:solidFill>
                <a:latin typeface="Poppins"/>
                <a:ea typeface="Poppins"/>
                <a:cs typeface="Poppins"/>
                <a:sym typeface="Poppins"/>
              </a:rPr>
              <a:t> (Final look dari keseluruhan produk yang dibuat).</a:t>
            </a:r>
          </a:p>
          <a:p>
            <a:pPr marL="489509" lvl="1" indent="-244754" algn="just">
              <a:lnSpc>
                <a:spcPts val="4738"/>
              </a:lnSpc>
              <a:buAutoNum type="arabicPeriod"/>
            </a:pPr>
            <a:r>
              <a:rPr lang="en-US" sz="2267">
                <a:solidFill>
                  <a:srgbClr val="FEFEFF"/>
                </a:solidFill>
                <a:latin typeface="Poppins"/>
                <a:ea typeface="Poppins"/>
                <a:cs typeface="Poppins"/>
                <a:sym typeface="Poppins"/>
              </a:rPr>
              <a:t> </a:t>
            </a:r>
            <a:r>
              <a:rPr lang="en-US" sz="2267" b="1">
                <a:solidFill>
                  <a:srgbClr val="FEFEFF"/>
                </a:solidFill>
                <a:latin typeface="Poppins Bold"/>
                <a:ea typeface="Poppins Bold"/>
                <a:cs typeface="Poppins Bold"/>
                <a:sym typeface="Poppins Bold"/>
              </a:rPr>
              <a:t>Style Guide</a:t>
            </a:r>
            <a:r>
              <a:rPr lang="en-US" sz="2267">
                <a:solidFill>
                  <a:srgbClr val="FEFEFF"/>
                </a:solidFill>
                <a:latin typeface="Poppins"/>
                <a:ea typeface="Poppins"/>
                <a:cs typeface="Poppins"/>
                <a:sym typeface="Poppins"/>
              </a:rPr>
              <a:t> (Memberikan gambaran kepada developer tentang style pada design).</a:t>
            </a:r>
          </a:p>
        </p:txBody>
      </p:sp>
      <p:sp>
        <p:nvSpPr>
          <p:cNvPr id="43" name="TextBox 43"/>
          <p:cNvSpPr txBox="1"/>
          <p:nvPr/>
        </p:nvSpPr>
        <p:spPr>
          <a:xfrm>
            <a:off x="2687912" y="2551084"/>
            <a:ext cx="13028986" cy="840720"/>
          </a:xfrm>
          <a:prstGeom prst="rect">
            <a:avLst/>
          </a:prstGeom>
        </p:spPr>
        <p:txBody>
          <a:bodyPr lIns="0" tIns="0" rIns="0" bIns="0" rtlCol="0" anchor="t">
            <a:spAutoFit/>
          </a:bodyPr>
          <a:lstStyle/>
          <a:p>
            <a:pPr algn="l">
              <a:lnSpc>
                <a:spcPts val="6438"/>
              </a:lnSpc>
            </a:pPr>
            <a:r>
              <a:rPr lang="en-US" sz="6132" spc="122">
                <a:solidFill>
                  <a:srgbClr val="FEFEFF"/>
                </a:solidFill>
                <a:latin typeface="Norwester"/>
                <a:ea typeface="Norwester"/>
                <a:cs typeface="Norwester"/>
                <a:sym typeface="Norwester"/>
              </a:rPr>
              <a:t>USER INTERFACE (UI)</a:t>
            </a:r>
          </a:p>
        </p:txBody>
      </p:sp>
      <p:sp>
        <p:nvSpPr>
          <p:cNvPr id="44" name="TextBox 44"/>
          <p:cNvSpPr txBox="1"/>
          <p:nvPr/>
        </p:nvSpPr>
        <p:spPr>
          <a:xfrm>
            <a:off x="2687912" y="1902482"/>
            <a:ext cx="4207960" cy="562878"/>
          </a:xfrm>
          <a:prstGeom prst="rect">
            <a:avLst/>
          </a:prstGeom>
        </p:spPr>
        <p:txBody>
          <a:bodyPr lIns="0" tIns="0" rIns="0" bIns="0" rtlCol="0" anchor="t">
            <a:spAutoFit/>
          </a:bodyPr>
          <a:lstStyle/>
          <a:p>
            <a:pPr algn="just">
              <a:lnSpc>
                <a:spcPts val="4738"/>
              </a:lnSpc>
            </a:pPr>
            <a:r>
              <a:rPr lang="en-US" sz="2267">
                <a:solidFill>
                  <a:srgbClr val="FEFEFF"/>
                </a:solidFill>
                <a:latin typeface="Poppins"/>
                <a:ea typeface="Poppins"/>
                <a:cs typeface="Poppins"/>
                <a:sym typeface="Poppins"/>
              </a:rPr>
              <a:t>Hasil/End Produk dari</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2940"/>
        </a:solidFill>
        <a:effectLst/>
      </p:bgPr>
    </p:bg>
    <p:spTree>
      <p:nvGrpSpPr>
        <p:cNvPr id="1" name=""/>
        <p:cNvGrpSpPr/>
        <p:nvPr/>
      </p:nvGrpSpPr>
      <p:grpSpPr>
        <a:xfrm>
          <a:off x="0" y="0"/>
          <a:ext cx="0" cy="0"/>
          <a:chOff x="0" y="0"/>
          <a:chExt cx="0" cy="0"/>
        </a:xfrm>
      </p:grpSpPr>
      <p:sp>
        <p:nvSpPr>
          <p:cNvPr id="2" name="Freeform 2"/>
          <p:cNvSpPr/>
          <p:nvPr/>
        </p:nvSpPr>
        <p:spPr>
          <a:xfrm>
            <a:off x="9525"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15000"/>
            </a:blip>
            <a:stretch>
              <a:fillRect/>
            </a:stretch>
          </a:blipFill>
        </p:spPr>
      </p:sp>
      <p:grpSp>
        <p:nvGrpSpPr>
          <p:cNvPr id="3" name="Group 3"/>
          <p:cNvGrpSpPr/>
          <p:nvPr/>
        </p:nvGrpSpPr>
        <p:grpSpPr>
          <a:xfrm>
            <a:off x="7510084" y="732996"/>
            <a:ext cx="3267833" cy="591408"/>
            <a:chOff x="0" y="0"/>
            <a:chExt cx="4357110" cy="788544"/>
          </a:xfrm>
        </p:grpSpPr>
        <p:sp>
          <p:nvSpPr>
            <p:cNvPr id="4" name="Freeform 4"/>
            <p:cNvSpPr/>
            <p:nvPr/>
          </p:nvSpPr>
          <p:spPr>
            <a:xfrm>
              <a:off x="0" y="0"/>
              <a:ext cx="732988" cy="732988"/>
            </a:xfrm>
            <a:custGeom>
              <a:avLst/>
              <a:gdLst/>
              <a:ahLst/>
              <a:cxnLst/>
              <a:rect l="l" t="t" r="r" b="b"/>
              <a:pathLst>
                <a:path w="732988" h="732988">
                  <a:moveTo>
                    <a:pt x="0" y="0"/>
                  </a:moveTo>
                  <a:lnTo>
                    <a:pt x="732988" y="0"/>
                  </a:lnTo>
                  <a:lnTo>
                    <a:pt x="732988" y="732988"/>
                  </a:lnTo>
                  <a:lnTo>
                    <a:pt x="0" y="732988"/>
                  </a:lnTo>
                  <a:lnTo>
                    <a:pt x="0" y="0"/>
                  </a:lnTo>
                  <a:close/>
                </a:path>
              </a:pathLst>
            </a:custGeom>
            <a:blipFill>
              <a:blip r:embed="rId3"/>
              <a:stretch>
                <a:fillRect/>
              </a:stretch>
            </a:blipFill>
          </p:spPr>
        </p:sp>
        <p:sp>
          <p:nvSpPr>
            <p:cNvPr id="5" name="Freeform 5"/>
            <p:cNvSpPr/>
            <p:nvPr/>
          </p:nvSpPr>
          <p:spPr>
            <a:xfrm>
              <a:off x="935429" y="0"/>
              <a:ext cx="732988" cy="732988"/>
            </a:xfrm>
            <a:custGeom>
              <a:avLst/>
              <a:gdLst/>
              <a:ahLst/>
              <a:cxnLst/>
              <a:rect l="l" t="t" r="r" b="b"/>
              <a:pathLst>
                <a:path w="732988" h="732988">
                  <a:moveTo>
                    <a:pt x="0" y="0"/>
                  </a:moveTo>
                  <a:lnTo>
                    <a:pt x="732988" y="0"/>
                  </a:lnTo>
                  <a:lnTo>
                    <a:pt x="732988" y="732988"/>
                  </a:lnTo>
                  <a:lnTo>
                    <a:pt x="0" y="732988"/>
                  </a:lnTo>
                  <a:lnTo>
                    <a:pt x="0" y="0"/>
                  </a:lnTo>
                  <a:close/>
                </a:path>
              </a:pathLst>
            </a:custGeom>
            <a:blipFill>
              <a:blip r:embed="rId4"/>
              <a:stretch>
                <a:fillRect/>
              </a:stretch>
            </a:blipFill>
          </p:spPr>
        </p:sp>
        <p:sp>
          <p:nvSpPr>
            <p:cNvPr id="6" name="Freeform 6"/>
            <p:cNvSpPr/>
            <p:nvPr/>
          </p:nvSpPr>
          <p:spPr>
            <a:xfrm>
              <a:off x="1872405" y="55556"/>
              <a:ext cx="2484706" cy="732988"/>
            </a:xfrm>
            <a:custGeom>
              <a:avLst/>
              <a:gdLst/>
              <a:ahLst/>
              <a:cxnLst/>
              <a:rect l="l" t="t" r="r" b="b"/>
              <a:pathLst>
                <a:path w="2484706" h="732988">
                  <a:moveTo>
                    <a:pt x="0" y="0"/>
                  </a:moveTo>
                  <a:lnTo>
                    <a:pt x="2484705" y="0"/>
                  </a:lnTo>
                  <a:lnTo>
                    <a:pt x="2484705" y="732988"/>
                  </a:lnTo>
                  <a:lnTo>
                    <a:pt x="0" y="732988"/>
                  </a:lnTo>
                  <a:lnTo>
                    <a:pt x="0" y="0"/>
                  </a:lnTo>
                  <a:close/>
                </a:path>
              </a:pathLst>
            </a:custGeom>
            <a:blipFill>
              <a:blip r:embed="rId5"/>
              <a:stretch>
                <a:fillRect/>
              </a:stretch>
            </a:blipFill>
          </p:spPr>
        </p:sp>
      </p:grpSp>
      <p:grpSp>
        <p:nvGrpSpPr>
          <p:cNvPr id="7" name="Group 7"/>
          <p:cNvGrpSpPr/>
          <p:nvPr/>
        </p:nvGrpSpPr>
        <p:grpSpPr>
          <a:xfrm>
            <a:off x="13819395" y="-1307921"/>
            <a:ext cx="7040355" cy="6307586"/>
            <a:chOff x="0" y="0"/>
            <a:chExt cx="9387141" cy="8410115"/>
          </a:xfrm>
        </p:grpSpPr>
        <p:grpSp>
          <p:nvGrpSpPr>
            <p:cNvPr id="8" name="Group 8"/>
            <p:cNvGrpSpPr/>
            <p:nvPr/>
          </p:nvGrpSpPr>
          <p:grpSpPr>
            <a:xfrm>
              <a:off x="4693570" y="0"/>
              <a:ext cx="4693570" cy="8410115"/>
              <a:chOff x="0" y="0"/>
              <a:chExt cx="948267" cy="1699140"/>
            </a:xfrm>
          </p:grpSpPr>
          <p:sp>
            <p:nvSpPr>
              <p:cNvPr id="9" name="Freeform 9"/>
              <p:cNvSpPr/>
              <p:nvPr/>
            </p:nvSpPr>
            <p:spPr>
              <a:xfrm>
                <a:off x="0" y="0"/>
                <a:ext cx="948267" cy="1699140"/>
              </a:xfrm>
              <a:custGeom>
                <a:avLst/>
                <a:gdLst/>
                <a:ahLst/>
                <a:cxnLst/>
                <a:rect l="l" t="t" r="r" b="b"/>
                <a:pathLst>
                  <a:path w="948267" h="1699140">
                    <a:moveTo>
                      <a:pt x="0" y="849570"/>
                    </a:moveTo>
                    <a:lnTo>
                      <a:pt x="406400" y="0"/>
                    </a:lnTo>
                    <a:lnTo>
                      <a:pt x="406400" y="203200"/>
                    </a:lnTo>
                    <a:lnTo>
                      <a:pt x="948267" y="203200"/>
                    </a:lnTo>
                    <a:lnTo>
                      <a:pt x="948267" y="1495940"/>
                    </a:lnTo>
                    <a:lnTo>
                      <a:pt x="406400" y="1495940"/>
                    </a:lnTo>
                    <a:lnTo>
                      <a:pt x="406400" y="1699140"/>
                    </a:lnTo>
                    <a:lnTo>
                      <a:pt x="0" y="849570"/>
                    </a:lnTo>
                    <a:close/>
                  </a:path>
                </a:pathLst>
              </a:custGeom>
              <a:gradFill rotWithShape="1">
                <a:gsLst>
                  <a:gs pos="0">
                    <a:srgbClr val="CDFFD8">
                      <a:alpha val="100000"/>
                    </a:srgbClr>
                  </a:gs>
                  <a:gs pos="100000">
                    <a:srgbClr val="94B9FF">
                      <a:alpha val="100000"/>
                    </a:srgbClr>
                  </a:gs>
                </a:gsLst>
                <a:lin ang="0"/>
              </a:gradFill>
            </p:spPr>
          </p:sp>
          <p:sp>
            <p:nvSpPr>
              <p:cNvPr id="10" name="TextBox 10"/>
              <p:cNvSpPr txBox="1"/>
              <p:nvPr/>
            </p:nvSpPr>
            <p:spPr>
              <a:xfrm>
                <a:off x="101600" y="146050"/>
                <a:ext cx="846667" cy="1349890"/>
              </a:xfrm>
              <a:prstGeom prst="rect">
                <a:avLst/>
              </a:prstGeom>
            </p:spPr>
            <p:txBody>
              <a:bodyPr lIns="50800" tIns="50800" rIns="50800" bIns="50800" rtlCol="0" anchor="ctr"/>
              <a:lstStyle/>
              <a:p>
                <a:pPr algn="ctr">
                  <a:lnSpc>
                    <a:spcPts val="2486"/>
                  </a:lnSpc>
                </a:pPr>
                <a:endParaRPr/>
              </a:p>
            </p:txBody>
          </p:sp>
        </p:grpSp>
        <p:grpSp>
          <p:nvGrpSpPr>
            <p:cNvPr id="11" name="Group 11"/>
            <p:cNvGrpSpPr/>
            <p:nvPr/>
          </p:nvGrpSpPr>
          <p:grpSpPr>
            <a:xfrm>
              <a:off x="2682040" y="2390174"/>
              <a:ext cx="4023060" cy="1814884"/>
              <a:chOff x="0" y="0"/>
              <a:chExt cx="812800" cy="366671"/>
            </a:xfrm>
          </p:grpSpPr>
          <p:sp>
            <p:nvSpPr>
              <p:cNvPr id="12" name="Freeform 12"/>
              <p:cNvSpPr/>
              <p:nvPr/>
            </p:nvSpPr>
            <p:spPr>
              <a:xfrm>
                <a:off x="0" y="0"/>
                <a:ext cx="812800" cy="366671"/>
              </a:xfrm>
              <a:custGeom>
                <a:avLst/>
                <a:gdLst/>
                <a:ahLst/>
                <a:cxnLst/>
                <a:rect l="l" t="t" r="r" b="b"/>
                <a:pathLst>
                  <a:path w="812800" h="366671">
                    <a:moveTo>
                      <a:pt x="609600" y="0"/>
                    </a:moveTo>
                    <a:lnTo>
                      <a:pt x="0" y="0"/>
                    </a:lnTo>
                    <a:lnTo>
                      <a:pt x="203200" y="366671"/>
                    </a:lnTo>
                    <a:lnTo>
                      <a:pt x="812800" y="366671"/>
                    </a:lnTo>
                    <a:lnTo>
                      <a:pt x="609600" y="0"/>
                    </a:lnTo>
                    <a:close/>
                  </a:path>
                </a:pathLst>
              </a:custGeom>
              <a:solidFill>
                <a:srgbClr val="144D5F"/>
              </a:solidFill>
            </p:spPr>
          </p:sp>
          <p:sp>
            <p:nvSpPr>
              <p:cNvPr id="13" name="TextBox 13"/>
              <p:cNvSpPr txBox="1"/>
              <p:nvPr/>
            </p:nvSpPr>
            <p:spPr>
              <a:xfrm>
                <a:off x="101600" y="-57150"/>
                <a:ext cx="609600" cy="423821"/>
              </a:xfrm>
              <a:prstGeom prst="rect">
                <a:avLst/>
              </a:prstGeom>
            </p:spPr>
            <p:txBody>
              <a:bodyPr lIns="50800" tIns="50800" rIns="50800" bIns="50800" rtlCol="0" anchor="ctr"/>
              <a:lstStyle/>
              <a:p>
                <a:pPr algn="ctr">
                  <a:lnSpc>
                    <a:spcPts val="2486"/>
                  </a:lnSpc>
                </a:pPr>
                <a:endParaRPr/>
              </a:p>
            </p:txBody>
          </p:sp>
        </p:grpSp>
        <p:grpSp>
          <p:nvGrpSpPr>
            <p:cNvPr id="14" name="Group 14"/>
            <p:cNvGrpSpPr/>
            <p:nvPr/>
          </p:nvGrpSpPr>
          <p:grpSpPr>
            <a:xfrm>
              <a:off x="0" y="500864"/>
              <a:ext cx="7716008" cy="2011530"/>
              <a:chOff x="0" y="0"/>
              <a:chExt cx="1558906" cy="406400"/>
            </a:xfrm>
          </p:grpSpPr>
          <p:sp>
            <p:nvSpPr>
              <p:cNvPr id="15" name="Freeform 15"/>
              <p:cNvSpPr/>
              <p:nvPr/>
            </p:nvSpPr>
            <p:spPr>
              <a:xfrm>
                <a:off x="0" y="0"/>
                <a:ext cx="1558906" cy="406400"/>
              </a:xfrm>
              <a:custGeom>
                <a:avLst/>
                <a:gdLst/>
                <a:ahLst/>
                <a:cxnLst/>
                <a:rect l="l" t="t" r="r" b="b"/>
                <a:pathLst>
                  <a:path w="1558906" h="406400">
                    <a:moveTo>
                      <a:pt x="1355706" y="0"/>
                    </a:moveTo>
                    <a:cubicBezTo>
                      <a:pt x="1467930" y="0"/>
                      <a:pt x="1558906" y="90976"/>
                      <a:pt x="1558906" y="203200"/>
                    </a:cubicBezTo>
                    <a:cubicBezTo>
                      <a:pt x="1558906" y="315424"/>
                      <a:pt x="1467930" y="406400"/>
                      <a:pt x="1355706" y="406400"/>
                    </a:cubicBezTo>
                    <a:lnTo>
                      <a:pt x="203200" y="406400"/>
                    </a:lnTo>
                    <a:cubicBezTo>
                      <a:pt x="90976" y="406400"/>
                      <a:pt x="0" y="315424"/>
                      <a:pt x="0" y="203200"/>
                    </a:cubicBezTo>
                    <a:cubicBezTo>
                      <a:pt x="0" y="90976"/>
                      <a:pt x="90976" y="0"/>
                      <a:pt x="203200" y="0"/>
                    </a:cubicBezTo>
                    <a:close/>
                  </a:path>
                </a:pathLst>
              </a:custGeom>
              <a:solidFill>
                <a:srgbClr val="46A0B1"/>
              </a:solidFill>
            </p:spPr>
          </p:sp>
          <p:sp>
            <p:nvSpPr>
              <p:cNvPr id="16" name="TextBox 16"/>
              <p:cNvSpPr txBox="1"/>
              <p:nvPr/>
            </p:nvSpPr>
            <p:spPr>
              <a:xfrm>
                <a:off x="0" y="-57150"/>
                <a:ext cx="1558906" cy="463550"/>
              </a:xfrm>
              <a:prstGeom prst="rect">
                <a:avLst/>
              </a:prstGeom>
            </p:spPr>
            <p:txBody>
              <a:bodyPr lIns="50800" tIns="50800" rIns="50800" bIns="50800" rtlCol="0" anchor="ctr"/>
              <a:lstStyle/>
              <a:p>
                <a:pPr algn="ctr">
                  <a:lnSpc>
                    <a:spcPts val="2486"/>
                  </a:lnSpc>
                </a:pPr>
                <a:endParaRPr/>
              </a:p>
            </p:txBody>
          </p:sp>
        </p:grpSp>
        <p:grpSp>
          <p:nvGrpSpPr>
            <p:cNvPr id="17" name="Group 17"/>
            <p:cNvGrpSpPr/>
            <p:nvPr/>
          </p:nvGrpSpPr>
          <p:grpSpPr>
            <a:xfrm>
              <a:off x="4693570" y="181997"/>
              <a:ext cx="4023060" cy="4023060"/>
              <a:chOff x="0" y="0"/>
              <a:chExt cx="812800" cy="812800"/>
            </a:xfrm>
          </p:grpSpPr>
          <p:sp>
            <p:nvSpPr>
              <p:cNvPr id="18" name="Freeform 18"/>
              <p:cNvSpPr/>
              <p:nvPr/>
            </p:nvSpPr>
            <p:spPr>
              <a:xfrm>
                <a:off x="0" y="0"/>
                <a:ext cx="812800" cy="812800"/>
              </a:xfrm>
              <a:custGeom>
                <a:avLst/>
                <a:gdLst/>
                <a:ahLst/>
                <a:cxnLst/>
                <a:rect l="l" t="t" r="r" b="b"/>
                <a:pathLst>
                  <a:path w="812800" h="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46A0B1"/>
              </a:solidFill>
            </p:spPr>
          </p:sp>
          <p:sp>
            <p:nvSpPr>
              <p:cNvPr id="19" name="TextBox 19"/>
              <p:cNvSpPr txBox="1"/>
              <p:nvPr/>
            </p:nvSpPr>
            <p:spPr>
              <a:xfrm>
                <a:off x="203200" y="-57150"/>
                <a:ext cx="406400" cy="768350"/>
              </a:xfrm>
              <a:prstGeom prst="rect">
                <a:avLst/>
              </a:prstGeom>
            </p:spPr>
            <p:txBody>
              <a:bodyPr lIns="50800" tIns="50800" rIns="50800" bIns="50800" rtlCol="0" anchor="ctr"/>
              <a:lstStyle/>
              <a:p>
                <a:pPr algn="ctr">
                  <a:lnSpc>
                    <a:spcPts val="2486"/>
                  </a:lnSpc>
                </a:pPr>
                <a:endParaRPr/>
              </a:p>
            </p:txBody>
          </p:sp>
        </p:grpSp>
        <p:grpSp>
          <p:nvGrpSpPr>
            <p:cNvPr id="20" name="Group 20"/>
            <p:cNvGrpSpPr/>
            <p:nvPr/>
          </p:nvGrpSpPr>
          <p:grpSpPr>
            <a:xfrm rot="-421994">
              <a:off x="1547198" y="1087681"/>
              <a:ext cx="3507933" cy="5261900"/>
              <a:chOff x="0" y="0"/>
              <a:chExt cx="406400" cy="609600"/>
            </a:xfrm>
          </p:grpSpPr>
          <p:sp>
            <p:nvSpPr>
              <p:cNvPr id="21" name="Freeform 21"/>
              <p:cNvSpPr/>
              <p:nvPr/>
            </p:nvSpPr>
            <p:spPr>
              <a:xfrm>
                <a:off x="0" y="0"/>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gradFill rotWithShape="1">
                <a:gsLst>
                  <a:gs pos="0">
                    <a:srgbClr val="CDFFD8">
                      <a:alpha val="60000"/>
                    </a:srgbClr>
                  </a:gs>
                  <a:gs pos="100000">
                    <a:srgbClr val="94B9FF">
                      <a:alpha val="60000"/>
                    </a:srgbClr>
                  </a:gs>
                </a:gsLst>
                <a:lin ang="0"/>
              </a:gradFill>
            </p:spPr>
          </p:sp>
          <p:sp>
            <p:nvSpPr>
              <p:cNvPr id="22" name="TextBox 22"/>
              <p:cNvSpPr txBox="1"/>
              <p:nvPr/>
            </p:nvSpPr>
            <p:spPr>
              <a:xfrm>
                <a:off x="101600" y="-57150"/>
                <a:ext cx="203200" cy="666750"/>
              </a:xfrm>
              <a:prstGeom prst="rect">
                <a:avLst/>
              </a:prstGeom>
            </p:spPr>
            <p:txBody>
              <a:bodyPr lIns="50800" tIns="50800" rIns="50800" bIns="50800" rtlCol="0" anchor="ctr"/>
              <a:lstStyle/>
              <a:p>
                <a:pPr algn="ctr">
                  <a:lnSpc>
                    <a:spcPts val="2486"/>
                  </a:lnSpc>
                </a:pPr>
                <a:endParaRPr/>
              </a:p>
            </p:txBody>
          </p:sp>
        </p:grpSp>
      </p:grpSp>
      <p:grpSp>
        <p:nvGrpSpPr>
          <p:cNvPr id="23" name="Group 23"/>
          <p:cNvGrpSpPr/>
          <p:nvPr/>
        </p:nvGrpSpPr>
        <p:grpSpPr>
          <a:xfrm>
            <a:off x="-1705191" y="6469644"/>
            <a:ext cx="5713901" cy="4834459"/>
            <a:chOff x="0" y="0"/>
            <a:chExt cx="7618535" cy="6445946"/>
          </a:xfrm>
        </p:grpSpPr>
        <p:grpSp>
          <p:nvGrpSpPr>
            <p:cNvPr id="24" name="Group 24"/>
            <p:cNvGrpSpPr/>
            <p:nvPr/>
          </p:nvGrpSpPr>
          <p:grpSpPr>
            <a:xfrm>
              <a:off x="0" y="0"/>
              <a:ext cx="3516247" cy="6084231"/>
              <a:chOff x="0" y="0"/>
              <a:chExt cx="812800" cy="1406404"/>
            </a:xfrm>
          </p:grpSpPr>
          <p:sp>
            <p:nvSpPr>
              <p:cNvPr id="25" name="Freeform 25"/>
              <p:cNvSpPr/>
              <p:nvPr/>
            </p:nvSpPr>
            <p:spPr>
              <a:xfrm>
                <a:off x="0" y="0"/>
                <a:ext cx="812800" cy="1406404"/>
              </a:xfrm>
              <a:custGeom>
                <a:avLst/>
                <a:gdLst/>
                <a:ahLst/>
                <a:cxnLst/>
                <a:rect l="l" t="t" r="r" b="b"/>
                <a:pathLst>
                  <a:path w="812800" h="1406404">
                    <a:moveTo>
                      <a:pt x="812800" y="703202"/>
                    </a:moveTo>
                    <a:lnTo>
                      <a:pt x="406400" y="0"/>
                    </a:lnTo>
                    <a:lnTo>
                      <a:pt x="406400" y="203200"/>
                    </a:lnTo>
                    <a:lnTo>
                      <a:pt x="0" y="203200"/>
                    </a:lnTo>
                    <a:lnTo>
                      <a:pt x="0" y="1203204"/>
                    </a:lnTo>
                    <a:lnTo>
                      <a:pt x="406400" y="1203204"/>
                    </a:lnTo>
                    <a:lnTo>
                      <a:pt x="406400" y="1406404"/>
                    </a:lnTo>
                    <a:lnTo>
                      <a:pt x="812800" y="703202"/>
                    </a:lnTo>
                    <a:close/>
                  </a:path>
                </a:pathLst>
              </a:custGeom>
              <a:gradFill rotWithShape="1">
                <a:gsLst>
                  <a:gs pos="0">
                    <a:srgbClr val="CDFFD8">
                      <a:alpha val="100000"/>
                    </a:srgbClr>
                  </a:gs>
                  <a:gs pos="100000">
                    <a:srgbClr val="94B9FF">
                      <a:alpha val="100000"/>
                    </a:srgbClr>
                  </a:gs>
                </a:gsLst>
                <a:lin ang="0"/>
              </a:gradFill>
            </p:spPr>
          </p:sp>
          <p:sp>
            <p:nvSpPr>
              <p:cNvPr id="26" name="TextBox 26"/>
              <p:cNvSpPr txBox="1"/>
              <p:nvPr/>
            </p:nvSpPr>
            <p:spPr>
              <a:xfrm>
                <a:off x="0" y="146050"/>
                <a:ext cx="711200" cy="1057154"/>
              </a:xfrm>
              <a:prstGeom prst="rect">
                <a:avLst/>
              </a:prstGeom>
            </p:spPr>
            <p:txBody>
              <a:bodyPr lIns="50800" tIns="50800" rIns="50800" bIns="50800" rtlCol="0" anchor="ctr"/>
              <a:lstStyle/>
              <a:p>
                <a:pPr algn="ctr">
                  <a:lnSpc>
                    <a:spcPts val="2486"/>
                  </a:lnSpc>
                </a:pPr>
                <a:endParaRPr/>
              </a:p>
            </p:txBody>
          </p:sp>
        </p:grpSp>
        <p:grpSp>
          <p:nvGrpSpPr>
            <p:cNvPr id="27" name="Group 27"/>
            <p:cNvGrpSpPr/>
            <p:nvPr/>
          </p:nvGrpSpPr>
          <p:grpSpPr>
            <a:xfrm>
              <a:off x="1758123" y="3007515"/>
              <a:ext cx="3516247" cy="2637185"/>
              <a:chOff x="0" y="0"/>
              <a:chExt cx="812800" cy="609600"/>
            </a:xfrm>
          </p:grpSpPr>
          <p:sp>
            <p:nvSpPr>
              <p:cNvPr id="28" name="Freeform 28"/>
              <p:cNvSpPr/>
              <p:nvPr/>
            </p:nvSpPr>
            <p:spPr>
              <a:xfrm>
                <a:off x="0" y="0"/>
                <a:ext cx="812800" cy="609600"/>
              </a:xfrm>
              <a:custGeom>
                <a:avLst/>
                <a:gdLst/>
                <a:ahLst/>
                <a:cxnLst/>
                <a:rect l="l" t="t" r="r" b="b"/>
                <a:pathLst>
                  <a:path w="812800" h="609600">
                    <a:moveTo>
                      <a:pt x="609600" y="0"/>
                    </a:moveTo>
                    <a:lnTo>
                      <a:pt x="0" y="0"/>
                    </a:lnTo>
                    <a:lnTo>
                      <a:pt x="203200" y="609600"/>
                    </a:lnTo>
                    <a:lnTo>
                      <a:pt x="812800" y="609600"/>
                    </a:lnTo>
                    <a:lnTo>
                      <a:pt x="609600" y="0"/>
                    </a:lnTo>
                    <a:close/>
                  </a:path>
                </a:pathLst>
              </a:custGeom>
              <a:solidFill>
                <a:srgbClr val="144D5F"/>
              </a:solidFill>
            </p:spPr>
          </p:sp>
          <p:sp>
            <p:nvSpPr>
              <p:cNvPr id="29" name="TextBox 29"/>
              <p:cNvSpPr txBox="1"/>
              <p:nvPr/>
            </p:nvSpPr>
            <p:spPr>
              <a:xfrm>
                <a:off x="101600" y="-57150"/>
                <a:ext cx="609600" cy="666750"/>
              </a:xfrm>
              <a:prstGeom prst="rect">
                <a:avLst/>
              </a:prstGeom>
            </p:spPr>
            <p:txBody>
              <a:bodyPr lIns="50800" tIns="50800" rIns="50800" bIns="50800" rtlCol="0" anchor="ctr"/>
              <a:lstStyle/>
              <a:p>
                <a:pPr algn="ctr">
                  <a:lnSpc>
                    <a:spcPts val="2486"/>
                  </a:lnSpc>
                </a:pPr>
                <a:endParaRPr/>
              </a:p>
            </p:txBody>
          </p:sp>
        </p:grpSp>
        <p:grpSp>
          <p:nvGrpSpPr>
            <p:cNvPr id="30" name="Group 30"/>
            <p:cNvGrpSpPr/>
            <p:nvPr/>
          </p:nvGrpSpPr>
          <p:grpSpPr>
            <a:xfrm>
              <a:off x="435526" y="4326107"/>
              <a:ext cx="7183009" cy="1758123"/>
              <a:chOff x="0" y="0"/>
              <a:chExt cx="1660392" cy="406400"/>
            </a:xfrm>
          </p:grpSpPr>
          <p:sp>
            <p:nvSpPr>
              <p:cNvPr id="31" name="Freeform 31"/>
              <p:cNvSpPr/>
              <p:nvPr/>
            </p:nvSpPr>
            <p:spPr>
              <a:xfrm>
                <a:off x="0" y="0"/>
                <a:ext cx="1660392" cy="406400"/>
              </a:xfrm>
              <a:custGeom>
                <a:avLst/>
                <a:gdLst/>
                <a:ahLst/>
                <a:cxnLst/>
                <a:rect l="l" t="t" r="r" b="b"/>
                <a:pathLst>
                  <a:path w="1660392" h="406400">
                    <a:moveTo>
                      <a:pt x="1457192" y="0"/>
                    </a:moveTo>
                    <a:cubicBezTo>
                      <a:pt x="1569417" y="0"/>
                      <a:pt x="1660392" y="90976"/>
                      <a:pt x="1660392" y="203200"/>
                    </a:cubicBezTo>
                    <a:cubicBezTo>
                      <a:pt x="1660392" y="315424"/>
                      <a:pt x="1569417" y="406400"/>
                      <a:pt x="1457192" y="406400"/>
                    </a:cubicBezTo>
                    <a:lnTo>
                      <a:pt x="203200" y="406400"/>
                    </a:lnTo>
                    <a:cubicBezTo>
                      <a:pt x="90976" y="406400"/>
                      <a:pt x="0" y="315424"/>
                      <a:pt x="0" y="203200"/>
                    </a:cubicBezTo>
                    <a:cubicBezTo>
                      <a:pt x="0" y="90976"/>
                      <a:pt x="90976" y="0"/>
                      <a:pt x="203200" y="0"/>
                    </a:cubicBezTo>
                    <a:close/>
                  </a:path>
                </a:pathLst>
              </a:custGeom>
              <a:solidFill>
                <a:srgbClr val="46A0B1"/>
              </a:solidFill>
            </p:spPr>
          </p:sp>
          <p:sp>
            <p:nvSpPr>
              <p:cNvPr id="32" name="TextBox 32"/>
              <p:cNvSpPr txBox="1"/>
              <p:nvPr/>
            </p:nvSpPr>
            <p:spPr>
              <a:xfrm>
                <a:off x="0" y="-57150"/>
                <a:ext cx="1660392" cy="463550"/>
              </a:xfrm>
              <a:prstGeom prst="rect">
                <a:avLst/>
              </a:prstGeom>
            </p:spPr>
            <p:txBody>
              <a:bodyPr lIns="50800" tIns="50800" rIns="50800" bIns="50800" rtlCol="0" anchor="ctr"/>
              <a:lstStyle/>
              <a:p>
                <a:pPr algn="ctr">
                  <a:lnSpc>
                    <a:spcPts val="2486"/>
                  </a:lnSpc>
                </a:pPr>
                <a:endParaRPr/>
              </a:p>
            </p:txBody>
          </p:sp>
        </p:grpSp>
        <p:grpSp>
          <p:nvGrpSpPr>
            <p:cNvPr id="33" name="Group 33"/>
            <p:cNvGrpSpPr/>
            <p:nvPr/>
          </p:nvGrpSpPr>
          <p:grpSpPr>
            <a:xfrm>
              <a:off x="0" y="2929699"/>
              <a:ext cx="3516247" cy="3516247"/>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lnTo>
                      <a:pt x="0" y="406400"/>
                    </a:lnTo>
                    <a:lnTo>
                      <a:pt x="203200" y="406400"/>
                    </a:lnTo>
                    <a:lnTo>
                      <a:pt x="203200" y="812800"/>
                    </a:lnTo>
                    <a:lnTo>
                      <a:pt x="609600" y="812800"/>
                    </a:lnTo>
                    <a:lnTo>
                      <a:pt x="609600" y="406400"/>
                    </a:lnTo>
                    <a:lnTo>
                      <a:pt x="812800" y="406400"/>
                    </a:lnTo>
                    <a:lnTo>
                      <a:pt x="406400" y="0"/>
                    </a:lnTo>
                    <a:close/>
                  </a:path>
                </a:pathLst>
              </a:custGeom>
              <a:solidFill>
                <a:srgbClr val="46A0B1"/>
              </a:solidFill>
            </p:spPr>
          </p:sp>
          <p:sp>
            <p:nvSpPr>
              <p:cNvPr id="35" name="TextBox 35"/>
              <p:cNvSpPr txBox="1"/>
              <p:nvPr/>
            </p:nvSpPr>
            <p:spPr>
              <a:xfrm>
                <a:off x="203200" y="44450"/>
                <a:ext cx="406400" cy="768350"/>
              </a:xfrm>
              <a:prstGeom prst="rect">
                <a:avLst/>
              </a:prstGeom>
            </p:spPr>
            <p:txBody>
              <a:bodyPr lIns="50800" tIns="50800" rIns="50800" bIns="50800" rtlCol="0" anchor="ctr"/>
              <a:lstStyle/>
              <a:p>
                <a:pPr algn="ctr">
                  <a:lnSpc>
                    <a:spcPts val="2486"/>
                  </a:lnSpc>
                </a:pPr>
                <a:endParaRPr/>
              </a:p>
            </p:txBody>
          </p:sp>
        </p:grpSp>
        <p:grpSp>
          <p:nvGrpSpPr>
            <p:cNvPr id="36" name="Group 36"/>
            <p:cNvGrpSpPr/>
            <p:nvPr/>
          </p:nvGrpSpPr>
          <p:grpSpPr>
            <a:xfrm rot="-729709">
              <a:off x="3337933" y="1236507"/>
              <a:ext cx="3066014" cy="4599021"/>
              <a:chOff x="0" y="0"/>
              <a:chExt cx="406400" cy="609600"/>
            </a:xfrm>
          </p:grpSpPr>
          <p:sp>
            <p:nvSpPr>
              <p:cNvPr id="37" name="Freeform 37"/>
              <p:cNvSpPr/>
              <p:nvPr/>
            </p:nvSpPr>
            <p:spPr>
              <a:xfrm>
                <a:off x="0" y="0"/>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gradFill rotWithShape="1">
                <a:gsLst>
                  <a:gs pos="0">
                    <a:srgbClr val="CDFFD8">
                      <a:alpha val="60000"/>
                    </a:srgbClr>
                  </a:gs>
                  <a:gs pos="100000">
                    <a:srgbClr val="94B9FF">
                      <a:alpha val="60000"/>
                    </a:srgbClr>
                  </a:gs>
                </a:gsLst>
                <a:lin ang="0"/>
              </a:gradFill>
            </p:spPr>
          </p:sp>
          <p:sp>
            <p:nvSpPr>
              <p:cNvPr id="38" name="TextBox 38"/>
              <p:cNvSpPr txBox="1"/>
              <p:nvPr/>
            </p:nvSpPr>
            <p:spPr>
              <a:xfrm>
                <a:off x="101600" y="-57150"/>
                <a:ext cx="203200" cy="666750"/>
              </a:xfrm>
              <a:prstGeom prst="rect">
                <a:avLst/>
              </a:prstGeom>
            </p:spPr>
            <p:txBody>
              <a:bodyPr lIns="50800" tIns="50800" rIns="50800" bIns="50800" rtlCol="0" anchor="ctr"/>
              <a:lstStyle/>
              <a:p>
                <a:pPr algn="ctr">
                  <a:lnSpc>
                    <a:spcPts val="2486"/>
                  </a:lnSpc>
                </a:pPr>
                <a:endParaRPr/>
              </a:p>
            </p:txBody>
          </p:sp>
        </p:grpSp>
      </p:grpSp>
      <p:sp>
        <p:nvSpPr>
          <p:cNvPr id="39" name="Freeform 39"/>
          <p:cNvSpPr/>
          <p:nvPr/>
        </p:nvSpPr>
        <p:spPr>
          <a:xfrm>
            <a:off x="15245913" y="9258300"/>
            <a:ext cx="2595326" cy="648832"/>
          </a:xfrm>
          <a:custGeom>
            <a:avLst/>
            <a:gdLst/>
            <a:ahLst/>
            <a:cxnLst/>
            <a:rect l="l" t="t" r="r" b="b"/>
            <a:pathLst>
              <a:path w="2595326" h="648832">
                <a:moveTo>
                  <a:pt x="0" y="0"/>
                </a:moveTo>
                <a:lnTo>
                  <a:pt x="2595326" y="0"/>
                </a:lnTo>
                <a:lnTo>
                  <a:pt x="2595326" y="648832"/>
                </a:lnTo>
                <a:lnTo>
                  <a:pt x="0" y="648832"/>
                </a:lnTo>
                <a:lnTo>
                  <a:pt x="0" y="0"/>
                </a:lnTo>
                <a:close/>
              </a:path>
            </a:pathLst>
          </a:custGeom>
          <a:blipFill>
            <a:blip r:embed="rId6"/>
            <a:stretch>
              <a:fillRect/>
            </a:stretch>
          </a:blipFill>
        </p:spPr>
      </p:sp>
      <p:sp>
        <p:nvSpPr>
          <p:cNvPr id="40" name="TextBox 40"/>
          <p:cNvSpPr txBox="1"/>
          <p:nvPr/>
        </p:nvSpPr>
        <p:spPr>
          <a:xfrm>
            <a:off x="2687912" y="3340230"/>
            <a:ext cx="12558001" cy="5963553"/>
          </a:xfrm>
          <a:prstGeom prst="rect">
            <a:avLst/>
          </a:prstGeom>
        </p:spPr>
        <p:txBody>
          <a:bodyPr lIns="0" tIns="0" rIns="0" bIns="0" rtlCol="0" anchor="t">
            <a:spAutoFit/>
          </a:bodyPr>
          <a:lstStyle/>
          <a:p>
            <a:pPr algn="just">
              <a:lnSpc>
                <a:spcPts val="4738"/>
              </a:lnSpc>
            </a:pPr>
            <a:r>
              <a:rPr lang="en-US" sz="2267">
                <a:solidFill>
                  <a:srgbClr val="FEFEFF"/>
                </a:solidFill>
                <a:latin typeface="Poppins"/>
                <a:ea typeface="Poppins"/>
                <a:cs typeface="Poppins"/>
                <a:sym typeface="Poppins"/>
              </a:rPr>
              <a:t>User Experience atau UX adalah pengalaman pengguna dalam proses interaksi dengan produk atau suatu perangkat lunak untuk memberikan Pengalaman, Kemudahan &amp; Kebutuhan bagi pengguna saat menggunakan suatu produk tersebut, sehingga pengguna merasa mudah untuk menyelesaikan tugas yang dilakukan.</a:t>
            </a:r>
          </a:p>
          <a:p>
            <a:pPr algn="just">
              <a:lnSpc>
                <a:spcPts val="4738"/>
              </a:lnSpc>
            </a:pPr>
            <a:endParaRPr lang="en-US" sz="2267">
              <a:solidFill>
                <a:srgbClr val="FEFEFF"/>
              </a:solidFill>
              <a:latin typeface="Poppins"/>
              <a:ea typeface="Poppins"/>
              <a:cs typeface="Poppins"/>
              <a:sym typeface="Poppins"/>
            </a:endParaRPr>
          </a:p>
          <a:p>
            <a:pPr algn="just">
              <a:lnSpc>
                <a:spcPts val="4738"/>
              </a:lnSpc>
            </a:pPr>
            <a:r>
              <a:rPr lang="en-US" sz="2267">
                <a:solidFill>
                  <a:srgbClr val="FEFEFF"/>
                </a:solidFill>
                <a:latin typeface="Poppins"/>
                <a:ea typeface="Poppins"/>
                <a:cs typeface="Poppins"/>
                <a:sym typeface="Poppins"/>
              </a:rPr>
              <a:t>Seorang User Experience atau UX berperan penting dalam me-riset problem yang banyak dimiliki pengguna, dan juga harus memastikan bahwa Web/Aplikasi yang dibuatnya dapat dengan mudah dan nyaman di gunakan oleh pengguna.</a:t>
            </a:r>
          </a:p>
          <a:p>
            <a:pPr algn="just">
              <a:lnSpc>
                <a:spcPts val="4738"/>
              </a:lnSpc>
            </a:pPr>
            <a:endParaRPr lang="en-US" sz="2267">
              <a:solidFill>
                <a:srgbClr val="FEFEFF"/>
              </a:solidFill>
              <a:latin typeface="Poppins"/>
              <a:ea typeface="Poppins"/>
              <a:cs typeface="Poppins"/>
              <a:sym typeface="Poppins"/>
            </a:endParaRPr>
          </a:p>
          <a:p>
            <a:pPr algn="just">
              <a:lnSpc>
                <a:spcPts val="4738"/>
              </a:lnSpc>
            </a:pPr>
            <a:r>
              <a:rPr lang="en-US" sz="2267">
                <a:solidFill>
                  <a:srgbClr val="FEFEFF"/>
                </a:solidFill>
                <a:latin typeface="Poppins"/>
                <a:ea typeface="Poppins"/>
                <a:cs typeface="Poppins"/>
                <a:sym typeface="Poppins"/>
              </a:rPr>
              <a:t>Contohnya : “seberapa mudah proses checkout saat berbelanja online.”</a:t>
            </a:r>
          </a:p>
        </p:txBody>
      </p:sp>
      <p:sp>
        <p:nvSpPr>
          <p:cNvPr id="41" name="TextBox 41"/>
          <p:cNvSpPr txBox="1"/>
          <p:nvPr/>
        </p:nvSpPr>
        <p:spPr>
          <a:xfrm>
            <a:off x="2687912" y="2551084"/>
            <a:ext cx="13028986" cy="840720"/>
          </a:xfrm>
          <a:prstGeom prst="rect">
            <a:avLst/>
          </a:prstGeom>
        </p:spPr>
        <p:txBody>
          <a:bodyPr lIns="0" tIns="0" rIns="0" bIns="0" rtlCol="0" anchor="t">
            <a:spAutoFit/>
          </a:bodyPr>
          <a:lstStyle/>
          <a:p>
            <a:pPr algn="l">
              <a:lnSpc>
                <a:spcPts val="6438"/>
              </a:lnSpc>
            </a:pPr>
            <a:r>
              <a:rPr lang="en-US" sz="6132" spc="122">
                <a:solidFill>
                  <a:srgbClr val="FEFEFF"/>
                </a:solidFill>
                <a:latin typeface="Norwester"/>
                <a:ea typeface="Norwester"/>
                <a:cs typeface="Norwester"/>
                <a:sym typeface="Norwester"/>
              </a:rPr>
              <a:t>USER EXPERIENCE (UX)</a:t>
            </a:r>
          </a:p>
        </p:txBody>
      </p:sp>
      <p:sp>
        <p:nvSpPr>
          <p:cNvPr id="42" name="TextBox 42"/>
          <p:cNvSpPr txBox="1"/>
          <p:nvPr/>
        </p:nvSpPr>
        <p:spPr>
          <a:xfrm>
            <a:off x="2687912" y="1902482"/>
            <a:ext cx="4207960" cy="562878"/>
          </a:xfrm>
          <a:prstGeom prst="rect">
            <a:avLst/>
          </a:prstGeom>
        </p:spPr>
        <p:txBody>
          <a:bodyPr lIns="0" tIns="0" rIns="0" bIns="0" rtlCol="0" anchor="t">
            <a:spAutoFit/>
          </a:bodyPr>
          <a:lstStyle/>
          <a:p>
            <a:pPr algn="just">
              <a:lnSpc>
                <a:spcPts val="4738"/>
              </a:lnSpc>
            </a:pPr>
            <a:r>
              <a:rPr lang="en-US" sz="2267">
                <a:solidFill>
                  <a:srgbClr val="FEFEFF"/>
                </a:solidFill>
                <a:latin typeface="Poppins"/>
                <a:ea typeface="Poppins"/>
                <a:cs typeface="Poppins"/>
                <a:sym typeface="Poppins"/>
              </a:rPr>
              <a:t>Apa Itu</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2940"/>
        </a:solidFill>
        <a:effectLst/>
      </p:bgPr>
    </p:bg>
    <p:spTree>
      <p:nvGrpSpPr>
        <p:cNvPr id="1" name=""/>
        <p:cNvGrpSpPr/>
        <p:nvPr/>
      </p:nvGrpSpPr>
      <p:grpSpPr>
        <a:xfrm>
          <a:off x="0" y="0"/>
          <a:ext cx="0" cy="0"/>
          <a:chOff x="0" y="0"/>
          <a:chExt cx="0" cy="0"/>
        </a:xfrm>
      </p:grpSpPr>
      <p:sp>
        <p:nvSpPr>
          <p:cNvPr id="2" name="Freeform 2"/>
          <p:cNvSpPr/>
          <p:nvPr/>
        </p:nvSpPr>
        <p:spPr>
          <a:xfrm>
            <a:off x="9525"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15000"/>
            </a:blip>
            <a:stretch>
              <a:fillRect/>
            </a:stretch>
          </a:blipFill>
        </p:spPr>
      </p:sp>
      <p:grpSp>
        <p:nvGrpSpPr>
          <p:cNvPr id="3" name="Group 3"/>
          <p:cNvGrpSpPr/>
          <p:nvPr/>
        </p:nvGrpSpPr>
        <p:grpSpPr>
          <a:xfrm>
            <a:off x="7510084" y="732996"/>
            <a:ext cx="3267833" cy="591408"/>
            <a:chOff x="0" y="0"/>
            <a:chExt cx="4357110" cy="788544"/>
          </a:xfrm>
        </p:grpSpPr>
        <p:sp>
          <p:nvSpPr>
            <p:cNvPr id="4" name="Freeform 4"/>
            <p:cNvSpPr/>
            <p:nvPr/>
          </p:nvSpPr>
          <p:spPr>
            <a:xfrm>
              <a:off x="0" y="0"/>
              <a:ext cx="732988" cy="732988"/>
            </a:xfrm>
            <a:custGeom>
              <a:avLst/>
              <a:gdLst/>
              <a:ahLst/>
              <a:cxnLst/>
              <a:rect l="l" t="t" r="r" b="b"/>
              <a:pathLst>
                <a:path w="732988" h="732988">
                  <a:moveTo>
                    <a:pt x="0" y="0"/>
                  </a:moveTo>
                  <a:lnTo>
                    <a:pt x="732988" y="0"/>
                  </a:lnTo>
                  <a:lnTo>
                    <a:pt x="732988" y="732988"/>
                  </a:lnTo>
                  <a:lnTo>
                    <a:pt x="0" y="732988"/>
                  </a:lnTo>
                  <a:lnTo>
                    <a:pt x="0" y="0"/>
                  </a:lnTo>
                  <a:close/>
                </a:path>
              </a:pathLst>
            </a:custGeom>
            <a:blipFill>
              <a:blip r:embed="rId3"/>
              <a:stretch>
                <a:fillRect/>
              </a:stretch>
            </a:blipFill>
          </p:spPr>
        </p:sp>
        <p:sp>
          <p:nvSpPr>
            <p:cNvPr id="5" name="Freeform 5"/>
            <p:cNvSpPr/>
            <p:nvPr/>
          </p:nvSpPr>
          <p:spPr>
            <a:xfrm>
              <a:off x="935429" y="0"/>
              <a:ext cx="732988" cy="732988"/>
            </a:xfrm>
            <a:custGeom>
              <a:avLst/>
              <a:gdLst/>
              <a:ahLst/>
              <a:cxnLst/>
              <a:rect l="l" t="t" r="r" b="b"/>
              <a:pathLst>
                <a:path w="732988" h="732988">
                  <a:moveTo>
                    <a:pt x="0" y="0"/>
                  </a:moveTo>
                  <a:lnTo>
                    <a:pt x="732988" y="0"/>
                  </a:lnTo>
                  <a:lnTo>
                    <a:pt x="732988" y="732988"/>
                  </a:lnTo>
                  <a:lnTo>
                    <a:pt x="0" y="732988"/>
                  </a:lnTo>
                  <a:lnTo>
                    <a:pt x="0" y="0"/>
                  </a:lnTo>
                  <a:close/>
                </a:path>
              </a:pathLst>
            </a:custGeom>
            <a:blipFill>
              <a:blip r:embed="rId4"/>
              <a:stretch>
                <a:fillRect/>
              </a:stretch>
            </a:blipFill>
          </p:spPr>
        </p:sp>
        <p:sp>
          <p:nvSpPr>
            <p:cNvPr id="6" name="Freeform 6"/>
            <p:cNvSpPr/>
            <p:nvPr/>
          </p:nvSpPr>
          <p:spPr>
            <a:xfrm>
              <a:off x="1872405" y="55556"/>
              <a:ext cx="2484706" cy="732988"/>
            </a:xfrm>
            <a:custGeom>
              <a:avLst/>
              <a:gdLst/>
              <a:ahLst/>
              <a:cxnLst/>
              <a:rect l="l" t="t" r="r" b="b"/>
              <a:pathLst>
                <a:path w="2484706" h="732988">
                  <a:moveTo>
                    <a:pt x="0" y="0"/>
                  </a:moveTo>
                  <a:lnTo>
                    <a:pt x="2484705" y="0"/>
                  </a:lnTo>
                  <a:lnTo>
                    <a:pt x="2484705" y="732988"/>
                  </a:lnTo>
                  <a:lnTo>
                    <a:pt x="0" y="732988"/>
                  </a:lnTo>
                  <a:lnTo>
                    <a:pt x="0" y="0"/>
                  </a:lnTo>
                  <a:close/>
                </a:path>
              </a:pathLst>
            </a:custGeom>
            <a:blipFill>
              <a:blip r:embed="rId5"/>
              <a:stretch>
                <a:fillRect/>
              </a:stretch>
            </a:blipFill>
          </p:spPr>
        </p:sp>
      </p:grpSp>
      <p:grpSp>
        <p:nvGrpSpPr>
          <p:cNvPr id="7" name="Group 7"/>
          <p:cNvGrpSpPr/>
          <p:nvPr/>
        </p:nvGrpSpPr>
        <p:grpSpPr>
          <a:xfrm>
            <a:off x="13819395" y="-1307921"/>
            <a:ext cx="7040355" cy="6307586"/>
            <a:chOff x="0" y="0"/>
            <a:chExt cx="9387141" cy="8410115"/>
          </a:xfrm>
        </p:grpSpPr>
        <p:grpSp>
          <p:nvGrpSpPr>
            <p:cNvPr id="8" name="Group 8"/>
            <p:cNvGrpSpPr/>
            <p:nvPr/>
          </p:nvGrpSpPr>
          <p:grpSpPr>
            <a:xfrm>
              <a:off x="4693570" y="0"/>
              <a:ext cx="4693570" cy="8410115"/>
              <a:chOff x="0" y="0"/>
              <a:chExt cx="948267" cy="1699140"/>
            </a:xfrm>
          </p:grpSpPr>
          <p:sp>
            <p:nvSpPr>
              <p:cNvPr id="9" name="Freeform 9"/>
              <p:cNvSpPr/>
              <p:nvPr/>
            </p:nvSpPr>
            <p:spPr>
              <a:xfrm>
                <a:off x="0" y="0"/>
                <a:ext cx="948267" cy="1699140"/>
              </a:xfrm>
              <a:custGeom>
                <a:avLst/>
                <a:gdLst/>
                <a:ahLst/>
                <a:cxnLst/>
                <a:rect l="l" t="t" r="r" b="b"/>
                <a:pathLst>
                  <a:path w="948267" h="1699140">
                    <a:moveTo>
                      <a:pt x="0" y="849570"/>
                    </a:moveTo>
                    <a:lnTo>
                      <a:pt x="406400" y="0"/>
                    </a:lnTo>
                    <a:lnTo>
                      <a:pt x="406400" y="203200"/>
                    </a:lnTo>
                    <a:lnTo>
                      <a:pt x="948267" y="203200"/>
                    </a:lnTo>
                    <a:lnTo>
                      <a:pt x="948267" y="1495940"/>
                    </a:lnTo>
                    <a:lnTo>
                      <a:pt x="406400" y="1495940"/>
                    </a:lnTo>
                    <a:lnTo>
                      <a:pt x="406400" y="1699140"/>
                    </a:lnTo>
                    <a:lnTo>
                      <a:pt x="0" y="849570"/>
                    </a:lnTo>
                    <a:close/>
                  </a:path>
                </a:pathLst>
              </a:custGeom>
              <a:gradFill rotWithShape="1">
                <a:gsLst>
                  <a:gs pos="0">
                    <a:srgbClr val="CDFFD8">
                      <a:alpha val="100000"/>
                    </a:srgbClr>
                  </a:gs>
                  <a:gs pos="100000">
                    <a:srgbClr val="94B9FF">
                      <a:alpha val="100000"/>
                    </a:srgbClr>
                  </a:gs>
                </a:gsLst>
                <a:lin ang="0"/>
              </a:gradFill>
            </p:spPr>
          </p:sp>
          <p:sp>
            <p:nvSpPr>
              <p:cNvPr id="10" name="TextBox 10"/>
              <p:cNvSpPr txBox="1"/>
              <p:nvPr/>
            </p:nvSpPr>
            <p:spPr>
              <a:xfrm>
                <a:off x="101600" y="146050"/>
                <a:ext cx="846667" cy="1349890"/>
              </a:xfrm>
              <a:prstGeom prst="rect">
                <a:avLst/>
              </a:prstGeom>
            </p:spPr>
            <p:txBody>
              <a:bodyPr lIns="50800" tIns="50800" rIns="50800" bIns="50800" rtlCol="0" anchor="ctr"/>
              <a:lstStyle/>
              <a:p>
                <a:pPr algn="ctr">
                  <a:lnSpc>
                    <a:spcPts val="2486"/>
                  </a:lnSpc>
                </a:pPr>
                <a:endParaRPr/>
              </a:p>
            </p:txBody>
          </p:sp>
        </p:grpSp>
        <p:grpSp>
          <p:nvGrpSpPr>
            <p:cNvPr id="11" name="Group 11"/>
            <p:cNvGrpSpPr/>
            <p:nvPr/>
          </p:nvGrpSpPr>
          <p:grpSpPr>
            <a:xfrm>
              <a:off x="2682040" y="2390174"/>
              <a:ext cx="4023060" cy="1814884"/>
              <a:chOff x="0" y="0"/>
              <a:chExt cx="812800" cy="366671"/>
            </a:xfrm>
          </p:grpSpPr>
          <p:sp>
            <p:nvSpPr>
              <p:cNvPr id="12" name="Freeform 12"/>
              <p:cNvSpPr/>
              <p:nvPr/>
            </p:nvSpPr>
            <p:spPr>
              <a:xfrm>
                <a:off x="0" y="0"/>
                <a:ext cx="812800" cy="366671"/>
              </a:xfrm>
              <a:custGeom>
                <a:avLst/>
                <a:gdLst/>
                <a:ahLst/>
                <a:cxnLst/>
                <a:rect l="l" t="t" r="r" b="b"/>
                <a:pathLst>
                  <a:path w="812800" h="366671">
                    <a:moveTo>
                      <a:pt x="609600" y="0"/>
                    </a:moveTo>
                    <a:lnTo>
                      <a:pt x="0" y="0"/>
                    </a:lnTo>
                    <a:lnTo>
                      <a:pt x="203200" y="366671"/>
                    </a:lnTo>
                    <a:lnTo>
                      <a:pt x="812800" y="366671"/>
                    </a:lnTo>
                    <a:lnTo>
                      <a:pt x="609600" y="0"/>
                    </a:lnTo>
                    <a:close/>
                  </a:path>
                </a:pathLst>
              </a:custGeom>
              <a:solidFill>
                <a:srgbClr val="144D5F"/>
              </a:solidFill>
            </p:spPr>
          </p:sp>
          <p:sp>
            <p:nvSpPr>
              <p:cNvPr id="13" name="TextBox 13"/>
              <p:cNvSpPr txBox="1"/>
              <p:nvPr/>
            </p:nvSpPr>
            <p:spPr>
              <a:xfrm>
                <a:off x="101600" y="-57150"/>
                <a:ext cx="609600" cy="423821"/>
              </a:xfrm>
              <a:prstGeom prst="rect">
                <a:avLst/>
              </a:prstGeom>
            </p:spPr>
            <p:txBody>
              <a:bodyPr lIns="50800" tIns="50800" rIns="50800" bIns="50800" rtlCol="0" anchor="ctr"/>
              <a:lstStyle/>
              <a:p>
                <a:pPr algn="ctr">
                  <a:lnSpc>
                    <a:spcPts val="2486"/>
                  </a:lnSpc>
                </a:pPr>
                <a:endParaRPr/>
              </a:p>
            </p:txBody>
          </p:sp>
        </p:grpSp>
        <p:grpSp>
          <p:nvGrpSpPr>
            <p:cNvPr id="14" name="Group 14"/>
            <p:cNvGrpSpPr/>
            <p:nvPr/>
          </p:nvGrpSpPr>
          <p:grpSpPr>
            <a:xfrm>
              <a:off x="0" y="500864"/>
              <a:ext cx="7716008" cy="2011530"/>
              <a:chOff x="0" y="0"/>
              <a:chExt cx="1558906" cy="406400"/>
            </a:xfrm>
          </p:grpSpPr>
          <p:sp>
            <p:nvSpPr>
              <p:cNvPr id="15" name="Freeform 15"/>
              <p:cNvSpPr/>
              <p:nvPr/>
            </p:nvSpPr>
            <p:spPr>
              <a:xfrm>
                <a:off x="0" y="0"/>
                <a:ext cx="1558906" cy="406400"/>
              </a:xfrm>
              <a:custGeom>
                <a:avLst/>
                <a:gdLst/>
                <a:ahLst/>
                <a:cxnLst/>
                <a:rect l="l" t="t" r="r" b="b"/>
                <a:pathLst>
                  <a:path w="1558906" h="406400">
                    <a:moveTo>
                      <a:pt x="1355706" y="0"/>
                    </a:moveTo>
                    <a:cubicBezTo>
                      <a:pt x="1467930" y="0"/>
                      <a:pt x="1558906" y="90976"/>
                      <a:pt x="1558906" y="203200"/>
                    </a:cubicBezTo>
                    <a:cubicBezTo>
                      <a:pt x="1558906" y="315424"/>
                      <a:pt x="1467930" y="406400"/>
                      <a:pt x="1355706" y="406400"/>
                    </a:cubicBezTo>
                    <a:lnTo>
                      <a:pt x="203200" y="406400"/>
                    </a:lnTo>
                    <a:cubicBezTo>
                      <a:pt x="90976" y="406400"/>
                      <a:pt x="0" y="315424"/>
                      <a:pt x="0" y="203200"/>
                    </a:cubicBezTo>
                    <a:cubicBezTo>
                      <a:pt x="0" y="90976"/>
                      <a:pt x="90976" y="0"/>
                      <a:pt x="203200" y="0"/>
                    </a:cubicBezTo>
                    <a:close/>
                  </a:path>
                </a:pathLst>
              </a:custGeom>
              <a:solidFill>
                <a:srgbClr val="46A0B1"/>
              </a:solidFill>
            </p:spPr>
          </p:sp>
          <p:sp>
            <p:nvSpPr>
              <p:cNvPr id="16" name="TextBox 16"/>
              <p:cNvSpPr txBox="1"/>
              <p:nvPr/>
            </p:nvSpPr>
            <p:spPr>
              <a:xfrm>
                <a:off x="0" y="-57150"/>
                <a:ext cx="1558906" cy="463550"/>
              </a:xfrm>
              <a:prstGeom prst="rect">
                <a:avLst/>
              </a:prstGeom>
            </p:spPr>
            <p:txBody>
              <a:bodyPr lIns="50800" tIns="50800" rIns="50800" bIns="50800" rtlCol="0" anchor="ctr"/>
              <a:lstStyle/>
              <a:p>
                <a:pPr algn="ctr">
                  <a:lnSpc>
                    <a:spcPts val="2486"/>
                  </a:lnSpc>
                </a:pPr>
                <a:endParaRPr/>
              </a:p>
            </p:txBody>
          </p:sp>
        </p:grpSp>
        <p:grpSp>
          <p:nvGrpSpPr>
            <p:cNvPr id="17" name="Group 17"/>
            <p:cNvGrpSpPr/>
            <p:nvPr/>
          </p:nvGrpSpPr>
          <p:grpSpPr>
            <a:xfrm>
              <a:off x="4693570" y="181997"/>
              <a:ext cx="4023060" cy="4023060"/>
              <a:chOff x="0" y="0"/>
              <a:chExt cx="812800" cy="812800"/>
            </a:xfrm>
          </p:grpSpPr>
          <p:sp>
            <p:nvSpPr>
              <p:cNvPr id="18" name="Freeform 18"/>
              <p:cNvSpPr/>
              <p:nvPr/>
            </p:nvSpPr>
            <p:spPr>
              <a:xfrm>
                <a:off x="0" y="0"/>
                <a:ext cx="812800" cy="812800"/>
              </a:xfrm>
              <a:custGeom>
                <a:avLst/>
                <a:gdLst/>
                <a:ahLst/>
                <a:cxnLst/>
                <a:rect l="l" t="t" r="r" b="b"/>
                <a:pathLst>
                  <a:path w="812800" h="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46A0B1"/>
              </a:solidFill>
            </p:spPr>
          </p:sp>
          <p:sp>
            <p:nvSpPr>
              <p:cNvPr id="19" name="TextBox 19"/>
              <p:cNvSpPr txBox="1"/>
              <p:nvPr/>
            </p:nvSpPr>
            <p:spPr>
              <a:xfrm>
                <a:off x="203200" y="-57150"/>
                <a:ext cx="406400" cy="768350"/>
              </a:xfrm>
              <a:prstGeom prst="rect">
                <a:avLst/>
              </a:prstGeom>
            </p:spPr>
            <p:txBody>
              <a:bodyPr lIns="50800" tIns="50800" rIns="50800" bIns="50800" rtlCol="0" anchor="ctr"/>
              <a:lstStyle/>
              <a:p>
                <a:pPr algn="ctr">
                  <a:lnSpc>
                    <a:spcPts val="2486"/>
                  </a:lnSpc>
                </a:pPr>
                <a:endParaRPr/>
              </a:p>
            </p:txBody>
          </p:sp>
        </p:grpSp>
        <p:grpSp>
          <p:nvGrpSpPr>
            <p:cNvPr id="20" name="Group 20"/>
            <p:cNvGrpSpPr/>
            <p:nvPr/>
          </p:nvGrpSpPr>
          <p:grpSpPr>
            <a:xfrm rot="-421994">
              <a:off x="1547198" y="1087681"/>
              <a:ext cx="3507933" cy="5261900"/>
              <a:chOff x="0" y="0"/>
              <a:chExt cx="406400" cy="609600"/>
            </a:xfrm>
          </p:grpSpPr>
          <p:sp>
            <p:nvSpPr>
              <p:cNvPr id="21" name="Freeform 21"/>
              <p:cNvSpPr/>
              <p:nvPr/>
            </p:nvSpPr>
            <p:spPr>
              <a:xfrm>
                <a:off x="0" y="0"/>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gradFill rotWithShape="1">
                <a:gsLst>
                  <a:gs pos="0">
                    <a:srgbClr val="CDFFD8">
                      <a:alpha val="60000"/>
                    </a:srgbClr>
                  </a:gs>
                  <a:gs pos="100000">
                    <a:srgbClr val="94B9FF">
                      <a:alpha val="60000"/>
                    </a:srgbClr>
                  </a:gs>
                </a:gsLst>
                <a:lin ang="0"/>
              </a:gradFill>
            </p:spPr>
          </p:sp>
          <p:sp>
            <p:nvSpPr>
              <p:cNvPr id="22" name="TextBox 22"/>
              <p:cNvSpPr txBox="1"/>
              <p:nvPr/>
            </p:nvSpPr>
            <p:spPr>
              <a:xfrm>
                <a:off x="101600" y="-57150"/>
                <a:ext cx="203200" cy="666750"/>
              </a:xfrm>
              <a:prstGeom prst="rect">
                <a:avLst/>
              </a:prstGeom>
            </p:spPr>
            <p:txBody>
              <a:bodyPr lIns="50800" tIns="50800" rIns="50800" bIns="50800" rtlCol="0" anchor="ctr"/>
              <a:lstStyle/>
              <a:p>
                <a:pPr algn="ctr">
                  <a:lnSpc>
                    <a:spcPts val="2486"/>
                  </a:lnSpc>
                </a:pPr>
                <a:endParaRPr/>
              </a:p>
            </p:txBody>
          </p:sp>
        </p:grpSp>
      </p:grpSp>
      <p:grpSp>
        <p:nvGrpSpPr>
          <p:cNvPr id="23" name="Group 23"/>
          <p:cNvGrpSpPr/>
          <p:nvPr/>
        </p:nvGrpSpPr>
        <p:grpSpPr>
          <a:xfrm>
            <a:off x="-1705191" y="6469644"/>
            <a:ext cx="5713901" cy="4834459"/>
            <a:chOff x="0" y="0"/>
            <a:chExt cx="7618535" cy="6445946"/>
          </a:xfrm>
        </p:grpSpPr>
        <p:grpSp>
          <p:nvGrpSpPr>
            <p:cNvPr id="24" name="Group 24"/>
            <p:cNvGrpSpPr/>
            <p:nvPr/>
          </p:nvGrpSpPr>
          <p:grpSpPr>
            <a:xfrm>
              <a:off x="0" y="0"/>
              <a:ext cx="3516247" cy="6084231"/>
              <a:chOff x="0" y="0"/>
              <a:chExt cx="812800" cy="1406404"/>
            </a:xfrm>
          </p:grpSpPr>
          <p:sp>
            <p:nvSpPr>
              <p:cNvPr id="25" name="Freeform 25"/>
              <p:cNvSpPr/>
              <p:nvPr/>
            </p:nvSpPr>
            <p:spPr>
              <a:xfrm>
                <a:off x="0" y="0"/>
                <a:ext cx="812800" cy="1406404"/>
              </a:xfrm>
              <a:custGeom>
                <a:avLst/>
                <a:gdLst/>
                <a:ahLst/>
                <a:cxnLst/>
                <a:rect l="l" t="t" r="r" b="b"/>
                <a:pathLst>
                  <a:path w="812800" h="1406404">
                    <a:moveTo>
                      <a:pt x="812800" y="703202"/>
                    </a:moveTo>
                    <a:lnTo>
                      <a:pt x="406400" y="0"/>
                    </a:lnTo>
                    <a:lnTo>
                      <a:pt x="406400" y="203200"/>
                    </a:lnTo>
                    <a:lnTo>
                      <a:pt x="0" y="203200"/>
                    </a:lnTo>
                    <a:lnTo>
                      <a:pt x="0" y="1203204"/>
                    </a:lnTo>
                    <a:lnTo>
                      <a:pt x="406400" y="1203204"/>
                    </a:lnTo>
                    <a:lnTo>
                      <a:pt x="406400" y="1406404"/>
                    </a:lnTo>
                    <a:lnTo>
                      <a:pt x="812800" y="703202"/>
                    </a:lnTo>
                    <a:close/>
                  </a:path>
                </a:pathLst>
              </a:custGeom>
              <a:gradFill rotWithShape="1">
                <a:gsLst>
                  <a:gs pos="0">
                    <a:srgbClr val="CDFFD8">
                      <a:alpha val="100000"/>
                    </a:srgbClr>
                  </a:gs>
                  <a:gs pos="100000">
                    <a:srgbClr val="94B9FF">
                      <a:alpha val="100000"/>
                    </a:srgbClr>
                  </a:gs>
                </a:gsLst>
                <a:lin ang="0"/>
              </a:gradFill>
            </p:spPr>
          </p:sp>
          <p:sp>
            <p:nvSpPr>
              <p:cNvPr id="26" name="TextBox 26"/>
              <p:cNvSpPr txBox="1"/>
              <p:nvPr/>
            </p:nvSpPr>
            <p:spPr>
              <a:xfrm>
                <a:off x="0" y="146050"/>
                <a:ext cx="711200" cy="1057154"/>
              </a:xfrm>
              <a:prstGeom prst="rect">
                <a:avLst/>
              </a:prstGeom>
            </p:spPr>
            <p:txBody>
              <a:bodyPr lIns="50800" tIns="50800" rIns="50800" bIns="50800" rtlCol="0" anchor="ctr"/>
              <a:lstStyle/>
              <a:p>
                <a:pPr algn="ctr">
                  <a:lnSpc>
                    <a:spcPts val="2486"/>
                  </a:lnSpc>
                </a:pPr>
                <a:endParaRPr/>
              </a:p>
            </p:txBody>
          </p:sp>
        </p:grpSp>
        <p:grpSp>
          <p:nvGrpSpPr>
            <p:cNvPr id="27" name="Group 27"/>
            <p:cNvGrpSpPr/>
            <p:nvPr/>
          </p:nvGrpSpPr>
          <p:grpSpPr>
            <a:xfrm>
              <a:off x="1758123" y="3007515"/>
              <a:ext cx="3516247" cy="2637185"/>
              <a:chOff x="0" y="0"/>
              <a:chExt cx="812800" cy="609600"/>
            </a:xfrm>
          </p:grpSpPr>
          <p:sp>
            <p:nvSpPr>
              <p:cNvPr id="28" name="Freeform 28"/>
              <p:cNvSpPr/>
              <p:nvPr/>
            </p:nvSpPr>
            <p:spPr>
              <a:xfrm>
                <a:off x="0" y="0"/>
                <a:ext cx="812800" cy="609600"/>
              </a:xfrm>
              <a:custGeom>
                <a:avLst/>
                <a:gdLst/>
                <a:ahLst/>
                <a:cxnLst/>
                <a:rect l="l" t="t" r="r" b="b"/>
                <a:pathLst>
                  <a:path w="812800" h="609600">
                    <a:moveTo>
                      <a:pt x="609600" y="0"/>
                    </a:moveTo>
                    <a:lnTo>
                      <a:pt x="0" y="0"/>
                    </a:lnTo>
                    <a:lnTo>
                      <a:pt x="203200" y="609600"/>
                    </a:lnTo>
                    <a:lnTo>
                      <a:pt x="812800" y="609600"/>
                    </a:lnTo>
                    <a:lnTo>
                      <a:pt x="609600" y="0"/>
                    </a:lnTo>
                    <a:close/>
                  </a:path>
                </a:pathLst>
              </a:custGeom>
              <a:solidFill>
                <a:srgbClr val="144D5F"/>
              </a:solidFill>
            </p:spPr>
          </p:sp>
          <p:sp>
            <p:nvSpPr>
              <p:cNvPr id="29" name="TextBox 29"/>
              <p:cNvSpPr txBox="1"/>
              <p:nvPr/>
            </p:nvSpPr>
            <p:spPr>
              <a:xfrm>
                <a:off x="101600" y="-57150"/>
                <a:ext cx="609600" cy="666750"/>
              </a:xfrm>
              <a:prstGeom prst="rect">
                <a:avLst/>
              </a:prstGeom>
            </p:spPr>
            <p:txBody>
              <a:bodyPr lIns="50800" tIns="50800" rIns="50800" bIns="50800" rtlCol="0" anchor="ctr"/>
              <a:lstStyle/>
              <a:p>
                <a:pPr algn="ctr">
                  <a:lnSpc>
                    <a:spcPts val="2486"/>
                  </a:lnSpc>
                </a:pPr>
                <a:endParaRPr/>
              </a:p>
            </p:txBody>
          </p:sp>
        </p:grpSp>
        <p:grpSp>
          <p:nvGrpSpPr>
            <p:cNvPr id="30" name="Group 30"/>
            <p:cNvGrpSpPr/>
            <p:nvPr/>
          </p:nvGrpSpPr>
          <p:grpSpPr>
            <a:xfrm>
              <a:off x="435526" y="4326107"/>
              <a:ext cx="7183009" cy="1758123"/>
              <a:chOff x="0" y="0"/>
              <a:chExt cx="1660392" cy="406400"/>
            </a:xfrm>
          </p:grpSpPr>
          <p:sp>
            <p:nvSpPr>
              <p:cNvPr id="31" name="Freeform 31"/>
              <p:cNvSpPr/>
              <p:nvPr/>
            </p:nvSpPr>
            <p:spPr>
              <a:xfrm>
                <a:off x="0" y="0"/>
                <a:ext cx="1660392" cy="406400"/>
              </a:xfrm>
              <a:custGeom>
                <a:avLst/>
                <a:gdLst/>
                <a:ahLst/>
                <a:cxnLst/>
                <a:rect l="l" t="t" r="r" b="b"/>
                <a:pathLst>
                  <a:path w="1660392" h="406400">
                    <a:moveTo>
                      <a:pt x="1457192" y="0"/>
                    </a:moveTo>
                    <a:cubicBezTo>
                      <a:pt x="1569417" y="0"/>
                      <a:pt x="1660392" y="90976"/>
                      <a:pt x="1660392" y="203200"/>
                    </a:cubicBezTo>
                    <a:cubicBezTo>
                      <a:pt x="1660392" y="315424"/>
                      <a:pt x="1569417" y="406400"/>
                      <a:pt x="1457192" y="406400"/>
                    </a:cubicBezTo>
                    <a:lnTo>
                      <a:pt x="203200" y="406400"/>
                    </a:lnTo>
                    <a:cubicBezTo>
                      <a:pt x="90976" y="406400"/>
                      <a:pt x="0" y="315424"/>
                      <a:pt x="0" y="203200"/>
                    </a:cubicBezTo>
                    <a:cubicBezTo>
                      <a:pt x="0" y="90976"/>
                      <a:pt x="90976" y="0"/>
                      <a:pt x="203200" y="0"/>
                    </a:cubicBezTo>
                    <a:close/>
                  </a:path>
                </a:pathLst>
              </a:custGeom>
              <a:solidFill>
                <a:srgbClr val="46A0B1"/>
              </a:solidFill>
            </p:spPr>
          </p:sp>
          <p:sp>
            <p:nvSpPr>
              <p:cNvPr id="32" name="TextBox 32"/>
              <p:cNvSpPr txBox="1"/>
              <p:nvPr/>
            </p:nvSpPr>
            <p:spPr>
              <a:xfrm>
                <a:off x="0" y="-57150"/>
                <a:ext cx="1660392" cy="463550"/>
              </a:xfrm>
              <a:prstGeom prst="rect">
                <a:avLst/>
              </a:prstGeom>
            </p:spPr>
            <p:txBody>
              <a:bodyPr lIns="50800" tIns="50800" rIns="50800" bIns="50800" rtlCol="0" anchor="ctr"/>
              <a:lstStyle/>
              <a:p>
                <a:pPr algn="ctr">
                  <a:lnSpc>
                    <a:spcPts val="2486"/>
                  </a:lnSpc>
                </a:pPr>
                <a:endParaRPr/>
              </a:p>
            </p:txBody>
          </p:sp>
        </p:grpSp>
        <p:grpSp>
          <p:nvGrpSpPr>
            <p:cNvPr id="33" name="Group 33"/>
            <p:cNvGrpSpPr/>
            <p:nvPr/>
          </p:nvGrpSpPr>
          <p:grpSpPr>
            <a:xfrm>
              <a:off x="0" y="2929699"/>
              <a:ext cx="3516247" cy="3516247"/>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lnTo>
                      <a:pt x="0" y="406400"/>
                    </a:lnTo>
                    <a:lnTo>
                      <a:pt x="203200" y="406400"/>
                    </a:lnTo>
                    <a:lnTo>
                      <a:pt x="203200" y="812800"/>
                    </a:lnTo>
                    <a:lnTo>
                      <a:pt x="609600" y="812800"/>
                    </a:lnTo>
                    <a:lnTo>
                      <a:pt x="609600" y="406400"/>
                    </a:lnTo>
                    <a:lnTo>
                      <a:pt x="812800" y="406400"/>
                    </a:lnTo>
                    <a:lnTo>
                      <a:pt x="406400" y="0"/>
                    </a:lnTo>
                    <a:close/>
                  </a:path>
                </a:pathLst>
              </a:custGeom>
              <a:solidFill>
                <a:srgbClr val="46A0B1"/>
              </a:solidFill>
            </p:spPr>
          </p:sp>
          <p:sp>
            <p:nvSpPr>
              <p:cNvPr id="35" name="TextBox 35"/>
              <p:cNvSpPr txBox="1"/>
              <p:nvPr/>
            </p:nvSpPr>
            <p:spPr>
              <a:xfrm>
                <a:off x="203200" y="44450"/>
                <a:ext cx="406400" cy="768350"/>
              </a:xfrm>
              <a:prstGeom prst="rect">
                <a:avLst/>
              </a:prstGeom>
            </p:spPr>
            <p:txBody>
              <a:bodyPr lIns="50800" tIns="50800" rIns="50800" bIns="50800" rtlCol="0" anchor="ctr"/>
              <a:lstStyle/>
              <a:p>
                <a:pPr algn="ctr">
                  <a:lnSpc>
                    <a:spcPts val="2486"/>
                  </a:lnSpc>
                </a:pPr>
                <a:endParaRPr/>
              </a:p>
            </p:txBody>
          </p:sp>
        </p:grpSp>
        <p:grpSp>
          <p:nvGrpSpPr>
            <p:cNvPr id="36" name="Group 36"/>
            <p:cNvGrpSpPr/>
            <p:nvPr/>
          </p:nvGrpSpPr>
          <p:grpSpPr>
            <a:xfrm rot="-729709">
              <a:off x="3337933" y="1236507"/>
              <a:ext cx="3066014" cy="4599021"/>
              <a:chOff x="0" y="0"/>
              <a:chExt cx="406400" cy="609600"/>
            </a:xfrm>
          </p:grpSpPr>
          <p:sp>
            <p:nvSpPr>
              <p:cNvPr id="37" name="Freeform 37"/>
              <p:cNvSpPr/>
              <p:nvPr/>
            </p:nvSpPr>
            <p:spPr>
              <a:xfrm>
                <a:off x="0" y="0"/>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gradFill rotWithShape="1">
                <a:gsLst>
                  <a:gs pos="0">
                    <a:srgbClr val="CDFFD8">
                      <a:alpha val="60000"/>
                    </a:srgbClr>
                  </a:gs>
                  <a:gs pos="100000">
                    <a:srgbClr val="94B9FF">
                      <a:alpha val="60000"/>
                    </a:srgbClr>
                  </a:gs>
                </a:gsLst>
                <a:lin ang="0"/>
              </a:gradFill>
            </p:spPr>
          </p:sp>
          <p:sp>
            <p:nvSpPr>
              <p:cNvPr id="38" name="TextBox 38"/>
              <p:cNvSpPr txBox="1"/>
              <p:nvPr/>
            </p:nvSpPr>
            <p:spPr>
              <a:xfrm>
                <a:off x="101600" y="-57150"/>
                <a:ext cx="203200" cy="666750"/>
              </a:xfrm>
              <a:prstGeom prst="rect">
                <a:avLst/>
              </a:prstGeom>
            </p:spPr>
            <p:txBody>
              <a:bodyPr lIns="50800" tIns="50800" rIns="50800" bIns="50800" rtlCol="0" anchor="ctr"/>
              <a:lstStyle/>
              <a:p>
                <a:pPr algn="ctr">
                  <a:lnSpc>
                    <a:spcPts val="2486"/>
                  </a:lnSpc>
                </a:pPr>
                <a:endParaRPr/>
              </a:p>
            </p:txBody>
          </p:sp>
        </p:grpSp>
      </p:grpSp>
      <p:sp>
        <p:nvSpPr>
          <p:cNvPr id="39" name="Freeform 39"/>
          <p:cNvSpPr/>
          <p:nvPr/>
        </p:nvSpPr>
        <p:spPr>
          <a:xfrm>
            <a:off x="15245913" y="9258300"/>
            <a:ext cx="2595326" cy="648832"/>
          </a:xfrm>
          <a:custGeom>
            <a:avLst/>
            <a:gdLst/>
            <a:ahLst/>
            <a:cxnLst/>
            <a:rect l="l" t="t" r="r" b="b"/>
            <a:pathLst>
              <a:path w="2595326" h="648832">
                <a:moveTo>
                  <a:pt x="0" y="0"/>
                </a:moveTo>
                <a:lnTo>
                  <a:pt x="2595326" y="0"/>
                </a:lnTo>
                <a:lnTo>
                  <a:pt x="2595326" y="648832"/>
                </a:lnTo>
                <a:lnTo>
                  <a:pt x="0" y="648832"/>
                </a:lnTo>
                <a:lnTo>
                  <a:pt x="0" y="0"/>
                </a:lnTo>
                <a:close/>
              </a:path>
            </a:pathLst>
          </a:custGeom>
          <a:blipFill>
            <a:blip r:embed="rId6"/>
            <a:stretch>
              <a:fillRect/>
            </a:stretch>
          </a:blipFill>
        </p:spPr>
      </p:sp>
      <p:sp>
        <p:nvSpPr>
          <p:cNvPr id="40" name="TextBox 40"/>
          <p:cNvSpPr txBox="1"/>
          <p:nvPr/>
        </p:nvSpPr>
        <p:spPr>
          <a:xfrm>
            <a:off x="2687912" y="3417750"/>
            <a:ext cx="9936998" cy="3324148"/>
          </a:xfrm>
          <a:prstGeom prst="rect">
            <a:avLst/>
          </a:prstGeom>
        </p:spPr>
        <p:txBody>
          <a:bodyPr lIns="0" tIns="0" rIns="0" bIns="0" rtlCol="0" anchor="t">
            <a:spAutoFit/>
          </a:bodyPr>
          <a:lstStyle/>
          <a:p>
            <a:pPr algn="just">
              <a:lnSpc>
                <a:spcPts val="9019"/>
              </a:lnSpc>
            </a:pPr>
            <a:r>
              <a:rPr lang="en-US" sz="4315">
                <a:solidFill>
                  <a:srgbClr val="FEFEFF"/>
                </a:solidFill>
                <a:latin typeface="Poppins"/>
                <a:ea typeface="Poppins"/>
                <a:cs typeface="Poppins"/>
                <a:sym typeface="Poppins"/>
              </a:rPr>
              <a:t>“ User Experience mencakup semua aspek interaksi pengguna dengan Perusahaan, Layanan, dan Produk “</a:t>
            </a:r>
          </a:p>
        </p:txBody>
      </p:sp>
      <p:sp>
        <p:nvSpPr>
          <p:cNvPr id="41" name="TextBox 41"/>
          <p:cNvSpPr txBox="1"/>
          <p:nvPr/>
        </p:nvSpPr>
        <p:spPr>
          <a:xfrm>
            <a:off x="2687912" y="2551084"/>
            <a:ext cx="13028986" cy="840720"/>
          </a:xfrm>
          <a:prstGeom prst="rect">
            <a:avLst/>
          </a:prstGeom>
        </p:spPr>
        <p:txBody>
          <a:bodyPr lIns="0" tIns="0" rIns="0" bIns="0" rtlCol="0" anchor="t">
            <a:spAutoFit/>
          </a:bodyPr>
          <a:lstStyle/>
          <a:p>
            <a:pPr algn="l">
              <a:lnSpc>
                <a:spcPts val="6438"/>
              </a:lnSpc>
            </a:pPr>
            <a:r>
              <a:rPr lang="en-US" sz="6132" spc="122">
                <a:solidFill>
                  <a:srgbClr val="FEFEFF"/>
                </a:solidFill>
                <a:latin typeface="Norwester"/>
                <a:ea typeface="Norwester"/>
                <a:cs typeface="Norwester"/>
                <a:sym typeface="Norwester"/>
              </a:rPr>
              <a:t>USER EXPERIENCE (UX)</a:t>
            </a:r>
          </a:p>
        </p:txBody>
      </p:sp>
      <p:sp>
        <p:nvSpPr>
          <p:cNvPr id="42" name="TextBox 42"/>
          <p:cNvSpPr txBox="1"/>
          <p:nvPr/>
        </p:nvSpPr>
        <p:spPr>
          <a:xfrm>
            <a:off x="2687912" y="6798963"/>
            <a:ext cx="6907528" cy="532384"/>
          </a:xfrm>
          <a:prstGeom prst="rect">
            <a:avLst/>
          </a:prstGeom>
        </p:spPr>
        <p:txBody>
          <a:bodyPr lIns="0" tIns="0" rIns="0" bIns="0" rtlCol="0" anchor="t">
            <a:spAutoFit/>
          </a:bodyPr>
          <a:lstStyle/>
          <a:p>
            <a:pPr algn="just">
              <a:lnSpc>
                <a:spcPts val="4597"/>
              </a:lnSpc>
            </a:pPr>
            <a:r>
              <a:rPr lang="en-US" sz="2199" b="1">
                <a:solidFill>
                  <a:srgbClr val="FEFEFF"/>
                </a:solidFill>
                <a:latin typeface="Poppins Bold"/>
                <a:ea typeface="Poppins Bold"/>
                <a:cs typeface="Poppins Bold"/>
                <a:sym typeface="Poppins Bold"/>
              </a:rPr>
              <a:t>Don Norman</a:t>
            </a:r>
          </a:p>
        </p:txBody>
      </p:sp>
      <p:sp>
        <p:nvSpPr>
          <p:cNvPr id="43" name="TextBox 43"/>
          <p:cNvSpPr txBox="1"/>
          <p:nvPr/>
        </p:nvSpPr>
        <p:spPr>
          <a:xfrm>
            <a:off x="2687912" y="1902482"/>
            <a:ext cx="4207960" cy="562878"/>
          </a:xfrm>
          <a:prstGeom prst="rect">
            <a:avLst/>
          </a:prstGeom>
        </p:spPr>
        <p:txBody>
          <a:bodyPr lIns="0" tIns="0" rIns="0" bIns="0" rtlCol="0" anchor="t">
            <a:spAutoFit/>
          </a:bodyPr>
          <a:lstStyle/>
          <a:p>
            <a:pPr algn="just">
              <a:lnSpc>
                <a:spcPts val="4738"/>
              </a:lnSpc>
            </a:pPr>
            <a:r>
              <a:rPr lang="en-US" sz="2267">
                <a:solidFill>
                  <a:srgbClr val="FEFEFF"/>
                </a:solidFill>
                <a:latin typeface="Poppins"/>
                <a:ea typeface="Poppins"/>
                <a:cs typeface="Poppins"/>
                <a:sym typeface="Poppins"/>
              </a:rPr>
              <a:t>Apa Itu</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2940"/>
        </a:solidFill>
        <a:effectLst/>
      </p:bgPr>
    </p:bg>
    <p:spTree>
      <p:nvGrpSpPr>
        <p:cNvPr id="1" name=""/>
        <p:cNvGrpSpPr/>
        <p:nvPr/>
      </p:nvGrpSpPr>
      <p:grpSpPr>
        <a:xfrm>
          <a:off x="0" y="0"/>
          <a:ext cx="0" cy="0"/>
          <a:chOff x="0" y="0"/>
          <a:chExt cx="0" cy="0"/>
        </a:xfrm>
      </p:grpSpPr>
      <p:sp>
        <p:nvSpPr>
          <p:cNvPr id="2" name="Freeform 2"/>
          <p:cNvSpPr/>
          <p:nvPr/>
        </p:nvSpPr>
        <p:spPr>
          <a:xfrm>
            <a:off x="9525"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15000"/>
            </a:blip>
            <a:stretch>
              <a:fillRect/>
            </a:stretch>
          </a:blipFill>
        </p:spPr>
      </p:sp>
      <p:grpSp>
        <p:nvGrpSpPr>
          <p:cNvPr id="3" name="Group 3"/>
          <p:cNvGrpSpPr/>
          <p:nvPr/>
        </p:nvGrpSpPr>
        <p:grpSpPr>
          <a:xfrm>
            <a:off x="7510084" y="732996"/>
            <a:ext cx="3267833" cy="591408"/>
            <a:chOff x="0" y="0"/>
            <a:chExt cx="4357110" cy="788544"/>
          </a:xfrm>
        </p:grpSpPr>
        <p:sp>
          <p:nvSpPr>
            <p:cNvPr id="4" name="Freeform 4"/>
            <p:cNvSpPr/>
            <p:nvPr/>
          </p:nvSpPr>
          <p:spPr>
            <a:xfrm>
              <a:off x="0" y="0"/>
              <a:ext cx="732988" cy="732988"/>
            </a:xfrm>
            <a:custGeom>
              <a:avLst/>
              <a:gdLst/>
              <a:ahLst/>
              <a:cxnLst/>
              <a:rect l="l" t="t" r="r" b="b"/>
              <a:pathLst>
                <a:path w="732988" h="732988">
                  <a:moveTo>
                    <a:pt x="0" y="0"/>
                  </a:moveTo>
                  <a:lnTo>
                    <a:pt x="732988" y="0"/>
                  </a:lnTo>
                  <a:lnTo>
                    <a:pt x="732988" y="732988"/>
                  </a:lnTo>
                  <a:lnTo>
                    <a:pt x="0" y="732988"/>
                  </a:lnTo>
                  <a:lnTo>
                    <a:pt x="0" y="0"/>
                  </a:lnTo>
                  <a:close/>
                </a:path>
              </a:pathLst>
            </a:custGeom>
            <a:blipFill>
              <a:blip r:embed="rId3"/>
              <a:stretch>
                <a:fillRect/>
              </a:stretch>
            </a:blipFill>
          </p:spPr>
        </p:sp>
        <p:sp>
          <p:nvSpPr>
            <p:cNvPr id="5" name="Freeform 5"/>
            <p:cNvSpPr/>
            <p:nvPr/>
          </p:nvSpPr>
          <p:spPr>
            <a:xfrm>
              <a:off x="935429" y="0"/>
              <a:ext cx="732988" cy="732988"/>
            </a:xfrm>
            <a:custGeom>
              <a:avLst/>
              <a:gdLst/>
              <a:ahLst/>
              <a:cxnLst/>
              <a:rect l="l" t="t" r="r" b="b"/>
              <a:pathLst>
                <a:path w="732988" h="732988">
                  <a:moveTo>
                    <a:pt x="0" y="0"/>
                  </a:moveTo>
                  <a:lnTo>
                    <a:pt x="732988" y="0"/>
                  </a:lnTo>
                  <a:lnTo>
                    <a:pt x="732988" y="732988"/>
                  </a:lnTo>
                  <a:lnTo>
                    <a:pt x="0" y="732988"/>
                  </a:lnTo>
                  <a:lnTo>
                    <a:pt x="0" y="0"/>
                  </a:lnTo>
                  <a:close/>
                </a:path>
              </a:pathLst>
            </a:custGeom>
            <a:blipFill>
              <a:blip r:embed="rId4"/>
              <a:stretch>
                <a:fillRect/>
              </a:stretch>
            </a:blipFill>
          </p:spPr>
        </p:sp>
        <p:sp>
          <p:nvSpPr>
            <p:cNvPr id="6" name="Freeform 6"/>
            <p:cNvSpPr/>
            <p:nvPr/>
          </p:nvSpPr>
          <p:spPr>
            <a:xfrm>
              <a:off x="1872405" y="55556"/>
              <a:ext cx="2484706" cy="732988"/>
            </a:xfrm>
            <a:custGeom>
              <a:avLst/>
              <a:gdLst/>
              <a:ahLst/>
              <a:cxnLst/>
              <a:rect l="l" t="t" r="r" b="b"/>
              <a:pathLst>
                <a:path w="2484706" h="732988">
                  <a:moveTo>
                    <a:pt x="0" y="0"/>
                  </a:moveTo>
                  <a:lnTo>
                    <a:pt x="2484705" y="0"/>
                  </a:lnTo>
                  <a:lnTo>
                    <a:pt x="2484705" y="732988"/>
                  </a:lnTo>
                  <a:lnTo>
                    <a:pt x="0" y="732988"/>
                  </a:lnTo>
                  <a:lnTo>
                    <a:pt x="0" y="0"/>
                  </a:lnTo>
                  <a:close/>
                </a:path>
              </a:pathLst>
            </a:custGeom>
            <a:blipFill>
              <a:blip r:embed="rId5"/>
              <a:stretch>
                <a:fillRect/>
              </a:stretch>
            </a:blipFill>
          </p:spPr>
        </p:sp>
      </p:grpSp>
      <p:grpSp>
        <p:nvGrpSpPr>
          <p:cNvPr id="7" name="Group 7"/>
          <p:cNvGrpSpPr/>
          <p:nvPr/>
        </p:nvGrpSpPr>
        <p:grpSpPr>
          <a:xfrm>
            <a:off x="13819395" y="-1307921"/>
            <a:ext cx="7040355" cy="6307586"/>
            <a:chOff x="0" y="0"/>
            <a:chExt cx="9387141" cy="8410115"/>
          </a:xfrm>
        </p:grpSpPr>
        <p:grpSp>
          <p:nvGrpSpPr>
            <p:cNvPr id="8" name="Group 8"/>
            <p:cNvGrpSpPr/>
            <p:nvPr/>
          </p:nvGrpSpPr>
          <p:grpSpPr>
            <a:xfrm>
              <a:off x="4693570" y="0"/>
              <a:ext cx="4693570" cy="8410115"/>
              <a:chOff x="0" y="0"/>
              <a:chExt cx="948267" cy="1699140"/>
            </a:xfrm>
          </p:grpSpPr>
          <p:sp>
            <p:nvSpPr>
              <p:cNvPr id="9" name="Freeform 9"/>
              <p:cNvSpPr/>
              <p:nvPr/>
            </p:nvSpPr>
            <p:spPr>
              <a:xfrm>
                <a:off x="0" y="0"/>
                <a:ext cx="948267" cy="1699140"/>
              </a:xfrm>
              <a:custGeom>
                <a:avLst/>
                <a:gdLst/>
                <a:ahLst/>
                <a:cxnLst/>
                <a:rect l="l" t="t" r="r" b="b"/>
                <a:pathLst>
                  <a:path w="948267" h="1699140">
                    <a:moveTo>
                      <a:pt x="0" y="849570"/>
                    </a:moveTo>
                    <a:lnTo>
                      <a:pt x="406400" y="0"/>
                    </a:lnTo>
                    <a:lnTo>
                      <a:pt x="406400" y="203200"/>
                    </a:lnTo>
                    <a:lnTo>
                      <a:pt x="948267" y="203200"/>
                    </a:lnTo>
                    <a:lnTo>
                      <a:pt x="948267" y="1495940"/>
                    </a:lnTo>
                    <a:lnTo>
                      <a:pt x="406400" y="1495940"/>
                    </a:lnTo>
                    <a:lnTo>
                      <a:pt x="406400" y="1699140"/>
                    </a:lnTo>
                    <a:lnTo>
                      <a:pt x="0" y="849570"/>
                    </a:lnTo>
                    <a:close/>
                  </a:path>
                </a:pathLst>
              </a:custGeom>
              <a:gradFill rotWithShape="1">
                <a:gsLst>
                  <a:gs pos="0">
                    <a:srgbClr val="CDFFD8">
                      <a:alpha val="100000"/>
                    </a:srgbClr>
                  </a:gs>
                  <a:gs pos="100000">
                    <a:srgbClr val="94B9FF">
                      <a:alpha val="100000"/>
                    </a:srgbClr>
                  </a:gs>
                </a:gsLst>
                <a:lin ang="0"/>
              </a:gradFill>
            </p:spPr>
          </p:sp>
          <p:sp>
            <p:nvSpPr>
              <p:cNvPr id="10" name="TextBox 10"/>
              <p:cNvSpPr txBox="1"/>
              <p:nvPr/>
            </p:nvSpPr>
            <p:spPr>
              <a:xfrm>
                <a:off x="101600" y="146050"/>
                <a:ext cx="846667" cy="1349890"/>
              </a:xfrm>
              <a:prstGeom prst="rect">
                <a:avLst/>
              </a:prstGeom>
            </p:spPr>
            <p:txBody>
              <a:bodyPr lIns="50800" tIns="50800" rIns="50800" bIns="50800" rtlCol="0" anchor="ctr"/>
              <a:lstStyle/>
              <a:p>
                <a:pPr algn="ctr">
                  <a:lnSpc>
                    <a:spcPts val="2486"/>
                  </a:lnSpc>
                </a:pPr>
                <a:endParaRPr/>
              </a:p>
            </p:txBody>
          </p:sp>
        </p:grpSp>
        <p:grpSp>
          <p:nvGrpSpPr>
            <p:cNvPr id="11" name="Group 11"/>
            <p:cNvGrpSpPr/>
            <p:nvPr/>
          </p:nvGrpSpPr>
          <p:grpSpPr>
            <a:xfrm>
              <a:off x="2682040" y="2390174"/>
              <a:ext cx="4023060" cy="1814884"/>
              <a:chOff x="0" y="0"/>
              <a:chExt cx="812800" cy="366671"/>
            </a:xfrm>
          </p:grpSpPr>
          <p:sp>
            <p:nvSpPr>
              <p:cNvPr id="12" name="Freeform 12"/>
              <p:cNvSpPr/>
              <p:nvPr/>
            </p:nvSpPr>
            <p:spPr>
              <a:xfrm>
                <a:off x="0" y="0"/>
                <a:ext cx="812800" cy="366671"/>
              </a:xfrm>
              <a:custGeom>
                <a:avLst/>
                <a:gdLst/>
                <a:ahLst/>
                <a:cxnLst/>
                <a:rect l="l" t="t" r="r" b="b"/>
                <a:pathLst>
                  <a:path w="812800" h="366671">
                    <a:moveTo>
                      <a:pt x="609600" y="0"/>
                    </a:moveTo>
                    <a:lnTo>
                      <a:pt x="0" y="0"/>
                    </a:lnTo>
                    <a:lnTo>
                      <a:pt x="203200" y="366671"/>
                    </a:lnTo>
                    <a:lnTo>
                      <a:pt x="812800" y="366671"/>
                    </a:lnTo>
                    <a:lnTo>
                      <a:pt x="609600" y="0"/>
                    </a:lnTo>
                    <a:close/>
                  </a:path>
                </a:pathLst>
              </a:custGeom>
              <a:solidFill>
                <a:srgbClr val="144D5F"/>
              </a:solidFill>
            </p:spPr>
          </p:sp>
          <p:sp>
            <p:nvSpPr>
              <p:cNvPr id="13" name="TextBox 13"/>
              <p:cNvSpPr txBox="1"/>
              <p:nvPr/>
            </p:nvSpPr>
            <p:spPr>
              <a:xfrm>
                <a:off x="101600" y="-57150"/>
                <a:ext cx="609600" cy="423821"/>
              </a:xfrm>
              <a:prstGeom prst="rect">
                <a:avLst/>
              </a:prstGeom>
            </p:spPr>
            <p:txBody>
              <a:bodyPr lIns="50800" tIns="50800" rIns="50800" bIns="50800" rtlCol="0" anchor="ctr"/>
              <a:lstStyle/>
              <a:p>
                <a:pPr algn="ctr">
                  <a:lnSpc>
                    <a:spcPts val="2486"/>
                  </a:lnSpc>
                </a:pPr>
                <a:endParaRPr/>
              </a:p>
            </p:txBody>
          </p:sp>
        </p:grpSp>
        <p:grpSp>
          <p:nvGrpSpPr>
            <p:cNvPr id="14" name="Group 14"/>
            <p:cNvGrpSpPr/>
            <p:nvPr/>
          </p:nvGrpSpPr>
          <p:grpSpPr>
            <a:xfrm>
              <a:off x="0" y="500864"/>
              <a:ext cx="7716008" cy="2011530"/>
              <a:chOff x="0" y="0"/>
              <a:chExt cx="1558906" cy="406400"/>
            </a:xfrm>
          </p:grpSpPr>
          <p:sp>
            <p:nvSpPr>
              <p:cNvPr id="15" name="Freeform 15"/>
              <p:cNvSpPr/>
              <p:nvPr/>
            </p:nvSpPr>
            <p:spPr>
              <a:xfrm>
                <a:off x="0" y="0"/>
                <a:ext cx="1558906" cy="406400"/>
              </a:xfrm>
              <a:custGeom>
                <a:avLst/>
                <a:gdLst/>
                <a:ahLst/>
                <a:cxnLst/>
                <a:rect l="l" t="t" r="r" b="b"/>
                <a:pathLst>
                  <a:path w="1558906" h="406400">
                    <a:moveTo>
                      <a:pt x="1355706" y="0"/>
                    </a:moveTo>
                    <a:cubicBezTo>
                      <a:pt x="1467930" y="0"/>
                      <a:pt x="1558906" y="90976"/>
                      <a:pt x="1558906" y="203200"/>
                    </a:cubicBezTo>
                    <a:cubicBezTo>
                      <a:pt x="1558906" y="315424"/>
                      <a:pt x="1467930" y="406400"/>
                      <a:pt x="1355706" y="406400"/>
                    </a:cubicBezTo>
                    <a:lnTo>
                      <a:pt x="203200" y="406400"/>
                    </a:lnTo>
                    <a:cubicBezTo>
                      <a:pt x="90976" y="406400"/>
                      <a:pt x="0" y="315424"/>
                      <a:pt x="0" y="203200"/>
                    </a:cubicBezTo>
                    <a:cubicBezTo>
                      <a:pt x="0" y="90976"/>
                      <a:pt x="90976" y="0"/>
                      <a:pt x="203200" y="0"/>
                    </a:cubicBezTo>
                    <a:close/>
                  </a:path>
                </a:pathLst>
              </a:custGeom>
              <a:solidFill>
                <a:srgbClr val="46A0B1"/>
              </a:solidFill>
            </p:spPr>
          </p:sp>
          <p:sp>
            <p:nvSpPr>
              <p:cNvPr id="16" name="TextBox 16"/>
              <p:cNvSpPr txBox="1"/>
              <p:nvPr/>
            </p:nvSpPr>
            <p:spPr>
              <a:xfrm>
                <a:off x="0" y="-57150"/>
                <a:ext cx="1558906" cy="463550"/>
              </a:xfrm>
              <a:prstGeom prst="rect">
                <a:avLst/>
              </a:prstGeom>
            </p:spPr>
            <p:txBody>
              <a:bodyPr lIns="50800" tIns="50800" rIns="50800" bIns="50800" rtlCol="0" anchor="ctr"/>
              <a:lstStyle/>
              <a:p>
                <a:pPr algn="ctr">
                  <a:lnSpc>
                    <a:spcPts val="2486"/>
                  </a:lnSpc>
                </a:pPr>
                <a:endParaRPr/>
              </a:p>
            </p:txBody>
          </p:sp>
        </p:grpSp>
        <p:grpSp>
          <p:nvGrpSpPr>
            <p:cNvPr id="17" name="Group 17"/>
            <p:cNvGrpSpPr/>
            <p:nvPr/>
          </p:nvGrpSpPr>
          <p:grpSpPr>
            <a:xfrm>
              <a:off x="4693570" y="181997"/>
              <a:ext cx="4023060" cy="4023060"/>
              <a:chOff x="0" y="0"/>
              <a:chExt cx="812800" cy="812800"/>
            </a:xfrm>
          </p:grpSpPr>
          <p:sp>
            <p:nvSpPr>
              <p:cNvPr id="18" name="Freeform 18"/>
              <p:cNvSpPr/>
              <p:nvPr/>
            </p:nvSpPr>
            <p:spPr>
              <a:xfrm>
                <a:off x="0" y="0"/>
                <a:ext cx="812800" cy="812800"/>
              </a:xfrm>
              <a:custGeom>
                <a:avLst/>
                <a:gdLst/>
                <a:ahLst/>
                <a:cxnLst/>
                <a:rect l="l" t="t" r="r" b="b"/>
                <a:pathLst>
                  <a:path w="812800" h="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46A0B1"/>
              </a:solidFill>
            </p:spPr>
          </p:sp>
          <p:sp>
            <p:nvSpPr>
              <p:cNvPr id="19" name="TextBox 19"/>
              <p:cNvSpPr txBox="1"/>
              <p:nvPr/>
            </p:nvSpPr>
            <p:spPr>
              <a:xfrm>
                <a:off x="203200" y="-57150"/>
                <a:ext cx="406400" cy="768350"/>
              </a:xfrm>
              <a:prstGeom prst="rect">
                <a:avLst/>
              </a:prstGeom>
            </p:spPr>
            <p:txBody>
              <a:bodyPr lIns="50800" tIns="50800" rIns="50800" bIns="50800" rtlCol="0" anchor="ctr"/>
              <a:lstStyle/>
              <a:p>
                <a:pPr algn="ctr">
                  <a:lnSpc>
                    <a:spcPts val="2486"/>
                  </a:lnSpc>
                </a:pPr>
                <a:endParaRPr/>
              </a:p>
            </p:txBody>
          </p:sp>
        </p:grpSp>
        <p:grpSp>
          <p:nvGrpSpPr>
            <p:cNvPr id="20" name="Group 20"/>
            <p:cNvGrpSpPr/>
            <p:nvPr/>
          </p:nvGrpSpPr>
          <p:grpSpPr>
            <a:xfrm rot="-421994">
              <a:off x="1547198" y="1087681"/>
              <a:ext cx="3507933" cy="5261900"/>
              <a:chOff x="0" y="0"/>
              <a:chExt cx="406400" cy="609600"/>
            </a:xfrm>
          </p:grpSpPr>
          <p:sp>
            <p:nvSpPr>
              <p:cNvPr id="21" name="Freeform 21"/>
              <p:cNvSpPr/>
              <p:nvPr/>
            </p:nvSpPr>
            <p:spPr>
              <a:xfrm>
                <a:off x="0" y="0"/>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gradFill rotWithShape="1">
                <a:gsLst>
                  <a:gs pos="0">
                    <a:srgbClr val="CDFFD8">
                      <a:alpha val="60000"/>
                    </a:srgbClr>
                  </a:gs>
                  <a:gs pos="100000">
                    <a:srgbClr val="94B9FF">
                      <a:alpha val="60000"/>
                    </a:srgbClr>
                  </a:gs>
                </a:gsLst>
                <a:lin ang="0"/>
              </a:gradFill>
            </p:spPr>
          </p:sp>
          <p:sp>
            <p:nvSpPr>
              <p:cNvPr id="22" name="TextBox 22"/>
              <p:cNvSpPr txBox="1"/>
              <p:nvPr/>
            </p:nvSpPr>
            <p:spPr>
              <a:xfrm>
                <a:off x="101600" y="-57150"/>
                <a:ext cx="203200" cy="666750"/>
              </a:xfrm>
              <a:prstGeom prst="rect">
                <a:avLst/>
              </a:prstGeom>
            </p:spPr>
            <p:txBody>
              <a:bodyPr lIns="50800" tIns="50800" rIns="50800" bIns="50800" rtlCol="0" anchor="ctr"/>
              <a:lstStyle/>
              <a:p>
                <a:pPr algn="ctr">
                  <a:lnSpc>
                    <a:spcPts val="2486"/>
                  </a:lnSpc>
                </a:pPr>
                <a:endParaRPr/>
              </a:p>
            </p:txBody>
          </p:sp>
        </p:grpSp>
      </p:grpSp>
      <p:grpSp>
        <p:nvGrpSpPr>
          <p:cNvPr id="23" name="Group 23"/>
          <p:cNvGrpSpPr/>
          <p:nvPr/>
        </p:nvGrpSpPr>
        <p:grpSpPr>
          <a:xfrm>
            <a:off x="-1705191" y="6469644"/>
            <a:ext cx="5713901" cy="4834459"/>
            <a:chOff x="0" y="0"/>
            <a:chExt cx="7618535" cy="6445946"/>
          </a:xfrm>
        </p:grpSpPr>
        <p:grpSp>
          <p:nvGrpSpPr>
            <p:cNvPr id="24" name="Group 24"/>
            <p:cNvGrpSpPr/>
            <p:nvPr/>
          </p:nvGrpSpPr>
          <p:grpSpPr>
            <a:xfrm>
              <a:off x="0" y="0"/>
              <a:ext cx="3516247" cy="6084231"/>
              <a:chOff x="0" y="0"/>
              <a:chExt cx="812800" cy="1406404"/>
            </a:xfrm>
          </p:grpSpPr>
          <p:sp>
            <p:nvSpPr>
              <p:cNvPr id="25" name="Freeform 25"/>
              <p:cNvSpPr/>
              <p:nvPr/>
            </p:nvSpPr>
            <p:spPr>
              <a:xfrm>
                <a:off x="0" y="0"/>
                <a:ext cx="812800" cy="1406404"/>
              </a:xfrm>
              <a:custGeom>
                <a:avLst/>
                <a:gdLst/>
                <a:ahLst/>
                <a:cxnLst/>
                <a:rect l="l" t="t" r="r" b="b"/>
                <a:pathLst>
                  <a:path w="812800" h="1406404">
                    <a:moveTo>
                      <a:pt x="812800" y="703202"/>
                    </a:moveTo>
                    <a:lnTo>
                      <a:pt x="406400" y="0"/>
                    </a:lnTo>
                    <a:lnTo>
                      <a:pt x="406400" y="203200"/>
                    </a:lnTo>
                    <a:lnTo>
                      <a:pt x="0" y="203200"/>
                    </a:lnTo>
                    <a:lnTo>
                      <a:pt x="0" y="1203204"/>
                    </a:lnTo>
                    <a:lnTo>
                      <a:pt x="406400" y="1203204"/>
                    </a:lnTo>
                    <a:lnTo>
                      <a:pt x="406400" y="1406404"/>
                    </a:lnTo>
                    <a:lnTo>
                      <a:pt x="812800" y="703202"/>
                    </a:lnTo>
                    <a:close/>
                  </a:path>
                </a:pathLst>
              </a:custGeom>
              <a:gradFill rotWithShape="1">
                <a:gsLst>
                  <a:gs pos="0">
                    <a:srgbClr val="CDFFD8">
                      <a:alpha val="100000"/>
                    </a:srgbClr>
                  </a:gs>
                  <a:gs pos="100000">
                    <a:srgbClr val="94B9FF">
                      <a:alpha val="100000"/>
                    </a:srgbClr>
                  </a:gs>
                </a:gsLst>
                <a:lin ang="0"/>
              </a:gradFill>
            </p:spPr>
          </p:sp>
          <p:sp>
            <p:nvSpPr>
              <p:cNvPr id="26" name="TextBox 26"/>
              <p:cNvSpPr txBox="1"/>
              <p:nvPr/>
            </p:nvSpPr>
            <p:spPr>
              <a:xfrm>
                <a:off x="0" y="146050"/>
                <a:ext cx="711200" cy="1057154"/>
              </a:xfrm>
              <a:prstGeom prst="rect">
                <a:avLst/>
              </a:prstGeom>
            </p:spPr>
            <p:txBody>
              <a:bodyPr lIns="50800" tIns="50800" rIns="50800" bIns="50800" rtlCol="0" anchor="ctr"/>
              <a:lstStyle/>
              <a:p>
                <a:pPr algn="ctr">
                  <a:lnSpc>
                    <a:spcPts val="2486"/>
                  </a:lnSpc>
                </a:pPr>
                <a:endParaRPr/>
              </a:p>
            </p:txBody>
          </p:sp>
        </p:grpSp>
        <p:grpSp>
          <p:nvGrpSpPr>
            <p:cNvPr id="27" name="Group 27"/>
            <p:cNvGrpSpPr/>
            <p:nvPr/>
          </p:nvGrpSpPr>
          <p:grpSpPr>
            <a:xfrm>
              <a:off x="1758123" y="3007515"/>
              <a:ext cx="3516247" cy="2637185"/>
              <a:chOff x="0" y="0"/>
              <a:chExt cx="812800" cy="609600"/>
            </a:xfrm>
          </p:grpSpPr>
          <p:sp>
            <p:nvSpPr>
              <p:cNvPr id="28" name="Freeform 28"/>
              <p:cNvSpPr/>
              <p:nvPr/>
            </p:nvSpPr>
            <p:spPr>
              <a:xfrm>
                <a:off x="0" y="0"/>
                <a:ext cx="812800" cy="609600"/>
              </a:xfrm>
              <a:custGeom>
                <a:avLst/>
                <a:gdLst/>
                <a:ahLst/>
                <a:cxnLst/>
                <a:rect l="l" t="t" r="r" b="b"/>
                <a:pathLst>
                  <a:path w="812800" h="609600">
                    <a:moveTo>
                      <a:pt x="609600" y="0"/>
                    </a:moveTo>
                    <a:lnTo>
                      <a:pt x="0" y="0"/>
                    </a:lnTo>
                    <a:lnTo>
                      <a:pt x="203200" y="609600"/>
                    </a:lnTo>
                    <a:lnTo>
                      <a:pt x="812800" y="609600"/>
                    </a:lnTo>
                    <a:lnTo>
                      <a:pt x="609600" y="0"/>
                    </a:lnTo>
                    <a:close/>
                  </a:path>
                </a:pathLst>
              </a:custGeom>
              <a:solidFill>
                <a:srgbClr val="144D5F"/>
              </a:solidFill>
            </p:spPr>
          </p:sp>
          <p:sp>
            <p:nvSpPr>
              <p:cNvPr id="29" name="TextBox 29"/>
              <p:cNvSpPr txBox="1"/>
              <p:nvPr/>
            </p:nvSpPr>
            <p:spPr>
              <a:xfrm>
                <a:off x="101600" y="-57150"/>
                <a:ext cx="609600" cy="666750"/>
              </a:xfrm>
              <a:prstGeom prst="rect">
                <a:avLst/>
              </a:prstGeom>
            </p:spPr>
            <p:txBody>
              <a:bodyPr lIns="50800" tIns="50800" rIns="50800" bIns="50800" rtlCol="0" anchor="ctr"/>
              <a:lstStyle/>
              <a:p>
                <a:pPr algn="ctr">
                  <a:lnSpc>
                    <a:spcPts val="2486"/>
                  </a:lnSpc>
                </a:pPr>
                <a:endParaRPr/>
              </a:p>
            </p:txBody>
          </p:sp>
        </p:grpSp>
        <p:grpSp>
          <p:nvGrpSpPr>
            <p:cNvPr id="30" name="Group 30"/>
            <p:cNvGrpSpPr/>
            <p:nvPr/>
          </p:nvGrpSpPr>
          <p:grpSpPr>
            <a:xfrm>
              <a:off x="435526" y="4326107"/>
              <a:ext cx="7183009" cy="1758123"/>
              <a:chOff x="0" y="0"/>
              <a:chExt cx="1660392" cy="406400"/>
            </a:xfrm>
          </p:grpSpPr>
          <p:sp>
            <p:nvSpPr>
              <p:cNvPr id="31" name="Freeform 31"/>
              <p:cNvSpPr/>
              <p:nvPr/>
            </p:nvSpPr>
            <p:spPr>
              <a:xfrm>
                <a:off x="0" y="0"/>
                <a:ext cx="1660392" cy="406400"/>
              </a:xfrm>
              <a:custGeom>
                <a:avLst/>
                <a:gdLst/>
                <a:ahLst/>
                <a:cxnLst/>
                <a:rect l="l" t="t" r="r" b="b"/>
                <a:pathLst>
                  <a:path w="1660392" h="406400">
                    <a:moveTo>
                      <a:pt x="1457192" y="0"/>
                    </a:moveTo>
                    <a:cubicBezTo>
                      <a:pt x="1569417" y="0"/>
                      <a:pt x="1660392" y="90976"/>
                      <a:pt x="1660392" y="203200"/>
                    </a:cubicBezTo>
                    <a:cubicBezTo>
                      <a:pt x="1660392" y="315424"/>
                      <a:pt x="1569417" y="406400"/>
                      <a:pt x="1457192" y="406400"/>
                    </a:cubicBezTo>
                    <a:lnTo>
                      <a:pt x="203200" y="406400"/>
                    </a:lnTo>
                    <a:cubicBezTo>
                      <a:pt x="90976" y="406400"/>
                      <a:pt x="0" y="315424"/>
                      <a:pt x="0" y="203200"/>
                    </a:cubicBezTo>
                    <a:cubicBezTo>
                      <a:pt x="0" y="90976"/>
                      <a:pt x="90976" y="0"/>
                      <a:pt x="203200" y="0"/>
                    </a:cubicBezTo>
                    <a:close/>
                  </a:path>
                </a:pathLst>
              </a:custGeom>
              <a:solidFill>
                <a:srgbClr val="46A0B1"/>
              </a:solidFill>
            </p:spPr>
          </p:sp>
          <p:sp>
            <p:nvSpPr>
              <p:cNvPr id="32" name="TextBox 32"/>
              <p:cNvSpPr txBox="1"/>
              <p:nvPr/>
            </p:nvSpPr>
            <p:spPr>
              <a:xfrm>
                <a:off x="0" y="-57150"/>
                <a:ext cx="1660392" cy="463550"/>
              </a:xfrm>
              <a:prstGeom prst="rect">
                <a:avLst/>
              </a:prstGeom>
            </p:spPr>
            <p:txBody>
              <a:bodyPr lIns="50800" tIns="50800" rIns="50800" bIns="50800" rtlCol="0" anchor="ctr"/>
              <a:lstStyle/>
              <a:p>
                <a:pPr algn="ctr">
                  <a:lnSpc>
                    <a:spcPts val="2486"/>
                  </a:lnSpc>
                </a:pPr>
                <a:endParaRPr/>
              </a:p>
            </p:txBody>
          </p:sp>
        </p:grpSp>
        <p:grpSp>
          <p:nvGrpSpPr>
            <p:cNvPr id="33" name="Group 33"/>
            <p:cNvGrpSpPr/>
            <p:nvPr/>
          </p:nvGrpSpPr>
          <p:grpSpPr>
            <a:xfrm>
              <a:off x="0" y="2929699"/>
              <a:ext cx="3516247" cy="3516247"/>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lnTo>
                      <a:pt x="0" y="406400"/>
                    </a:lnTo>
                    <a:lnTo>
                      <a:pt x="203200" y="406400"/>
                    </a:lnTo>
                    <a:lnTo>
                      <a:pt x="203200" y="812800"/>
                    </a:lnTo>
                    <a:lnTo>
                      <a:pt x="609600" y="812800"/>
                    </a:lnTo>
                    <a:lnTo>
                      <a:pt x="609600" y="406400"/>
                    </a:lnTo>
                    <a:lnTo>
                      <a:pt x="812800" y="406400"/>
                    </a:lnTo>
                    <a:lnTo>
                      <a:pt x="406400" y="0"/>
                    </a:lnTo>
                    <a:close/>
                  </a:path>
                </a:pathLst>
              </a:custGeom>
              <a:solidFill>
                <a:srgbClr val="46A0B1"/>
              </a:solidFill>
            </p:spPr>
          </p:sp>
          <p:sp>
            <p:nvSpPr>
              <p:cNvPr id="35" name="TextBox 35"/>
              <p:cNvSpPr txBox="1"/>
              <p:nvPr/>
            </p:nvSpPr>
            <p:spPr>
              <a:xfrm>
                <a:off x="203200" y="44450"/>
                <a:ext cx="406400" cy="768350"/>
              </a:xfrm>
              <a:prstGeom prst="rect">
                <a:avLst/>
              </a:prstGeom>
            </p:spPr>
            <p:txBody>
              <a:bodyPr lIns="50800" tIns="50800" rIns="50800" bIns="50800" rtlCol="0" anchor="ctr"/>
              <a:lstStyle/>
              <a:p>
                <a:pPr algn="ctr">
                  <a:lnSpc>
                    <a:spcPts val="2486"/>
                  </a:lnSpc>
                </a:pPr>
                <a:endParaRPr/>
              </a:p>
            </p:txBody>
          </p:sp>
        </p:grpSp>
        <p:grpSp>
          <p:nvGrpSpPr>
            <p:cNvPr id="36" name="Group 36"/>
            <p:cNvGrpSpPr/>
            <p:nvPr/>
          </p:nvGrpSpPr>
          <p:grpSpPr>
            <a:xfrm rot="-729709">
              <a:off x="3337933" y="1236507"/>
              <a:ext cx="3066014" cy="4599021"/>
              <a:chOff x="0" y="0"/>
              <a:chExt cx="406400" cy="609600"/>
            </a:xfrm>
          </p:grpSpPr>
          <p:sp>
            <p:nvSpPr>
              <p:cNvPr id="37" name="Freeform 37"/>
              <p:cNvSpPr/>
              <p:nvPr/>
            </p:nvSpPr>
            <p:spPr>
              <a:xfrm>
                <a:off x="0" y="0"/>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gradFill rotWithShape="1">
                <a:gsLst>
                  <a:gs pos="0">
                    <a:srgbClr val="CDFFD8">
                      <a:alpha val="60000"/>
                    </a:srgbClr>
                  </a:gs>
                  <a:gs pos="100000">
                    <a:srgbClr val="94B9FF">
                      <a:alpha val="60000"/>
                    </a:srgbClr>
                  </a:gs>
                </a:gsLst>
                <a:lin ang="0"/>
              </a:gradFill>
            </p:spPr>
          </p:sp>
          <p:sp>
            <p:nvSpPr>
              <p:cNvPr id="38" name="TextBox 38"/>
              <p:cNvSpPr txBox="1"/>
              <p:nvPr/>
            </p:nvSpPr>
            <p:spPr>
              <a:xfrm>
                <a:off x="101600" y="-57150"/>
                <a:ext cx="203200" cy="666750"/>
              </a:xfrm>
              <a:prstGeom prst="rect">
                <a:avLst/>
              </a:prstGeom>
            </p:spPr>
            <p:txBody>
              <a:bodyPr lIns="50800" tIns="50800" rIns="50800" bIns="50800" rtlCol="0" anchor="ctr"/>
              <a:lstStyle/>
              <a:p>
                <a:pPr algn="ctr">
                  <a:lnSpc>
                    <a:spcPts val="2486"/>
                  </a:lnSpc>
                </a:pPr>
                <a:endParaRPr/>
              </a:p>
            </p:txBody>
          </p:sp>
        </p:grpSp>
      </p:grpSp>
      <p:sp>
        <p:nvSpPr>
          <p:cNvPr id="39" name="Freeform 39"/>
          <p:cNvSpPr/>
          <p:nvPr/>
        </p:nvSpPr>
        <p:spPr>
          <a:xfrm>
            <a:off x="15245913" y="9258300"/>
            <a:ext cx="2595326" cy="648832"/>
          </a:xfrm>
          <a:custGeom>
            <a:avLst/>
            <a:gdLst/>
            <a:ahLst/>
            <a:cxnLst/>
            <a:rect l="l" t="t" r="r" b="b"/>
            <a:pathLst>
              <a:path w="2595326" h="648832">
                <a:moveTo>
                  <a:pt x="0" y="0"/>
                </a:moveTo>
                <a:lnTo>
                  <a:pt x="2595326" y="0"/>
                </a:lnTo>
                <a:lnTo>
                  <a:pt x="2595326" y="648832"/>
                </a:lnTo>
                <a:lnTo>
                  <a:pt x="0" y="648832"/>
                </a:lnTo>
                <a:lnTo>
                  <a:pt x="0" y="0"/>
                </a:lnTo>
                <a:close/>
              </a:path>
            </a:pathLst>
          </a:custGeom>
          <a:blipFill>
            <a:blip r:embed="rId6"/>
            <a:stretch>
              <a:fillRect/>
            </a:stretch>
          </a:blipFill>
        </p:spPr>
      </p:sp>
      <p:sp>
        <p:nvSpPr>
          <p:cNvPr id="40" name="TextBox 40"/>
          <p:cNvSpPr txBox="1"/>
          <p:nvPr/>
        </p:nvSpPr>
        <p:spPr>
          <a:xfrm>
            <a:off x="2687912" y="3708729"/>
            <a:ext cx="12261924" cy="2362797"/>
          </a:xfrm>
          <a:prstGeom prst="rect">
            <a:avLst/>
          </a:prstGeom>
        </p:spPr>
        <p:txBody>
          <a:bodyPr lIns="0" tIns="0" rIns="0" bIns="0" rtlCol="0" anchor="t">
            <a:spAutoFit/>
          </a:bodyPr>
          <a:lstStyle/>
          <a:p>
            <a:pPr marL="490094" lvl="1" indent="-245047" algn="just">
              <a:lnSpc>
                <a:spcPts val="4744"/>
              </a:lnSpc>
              <a:buAutoNum type="arabicPeriod"/>
            </a:pPr>
            <a:r>
              <a:rPr lang="en-US" sz="2270">
                <a:solidFill>
                  <a:srgbClr val="FEFEFF"/>
                </a:solidFill>
                <a:latin typeface="Poppins"/>
                <a:ea typeface="Poppins"/>
                <a:cs typeface="Poppins"/>
                <a:sym typeface="Poppins"/>
              </a:rPr>
              <a:t>Memberikan pengalaman yang baik dan menyenangkan pada pengguna.</a:t>
            </a:r>
          </a:p>
          <a:p>
            <a:pPr marL="490094" lvl="1" indent="-245047" algn="just">
              <a:lnSpc>
                <a:spcPts val="4744"/>
              </a:lnSpc>
              <a:buAutoNum type="arabicPeriod"/>
            </a:pPr>
            <a:r>
              <a:rPr lang="en-US" sz="2270">
                <a:solidFill>
                  <a:srgbClr val="FEFEFF"/>
                </a:solidFill>
                <a:latin typeface="Poppins"/>
                <a:ea typeface="Poppins"/>
                <a:cs typeface="Poppins"/>
                <a:sym typeface="Poppins"/>
              </a:rPr>
              <a:t>Membantu user dalam mendapatkan informasi dan tujuan pada aplikasi.</a:t>
            </a:r>
          </a:p>
          <a:p>
            <a:pPr marL="490094" lvl="1" indent="-245047" algn="just">
              <a:lnSpc>
                <a:spcPts val="4744"/>
              </a:lnSpc>
              <a:buAutoNum type="arabicPeriod"/>
            </a:pPr>
            <a:r>
              <a:rPr lang="en-US" sz="2270">
                <a:solidFill>
                  <a:srgbClr val="FEFEFF"/>
                </a:solidFill>
                <a:latin typeface="Poppins"/>
                <a:ea typeface="Poppins"/>
                <a:cs typeface="Poppins"/>
                <a:sym typeface="Poppins"/>
              </a:rPr>
              <a:t>Memudahkan pengguna untuk menggunakan suatu produk.</a:t>
            </a:r>
          </a:p>
          <a:p>
            <a:pPr marL="490094" lvl="1" indent="-245047" algn="just">
              <a:lnSpc>
                <a:spcPts val="4744"/>
              </a:lnSpc>
              <a:buAutoNum type="arabicPeriod"/>
            </a:pPr>
            <a:r>
              <a:rPr lang="en-US" sz="2270">
                <a:solidFill>
                  <a:srgbClr val="FEFEFF"/>
                </a:solidFill>
                <a:latin typeface="Poppins"/>
                <a:ea typeface="Poppins"/>
                <a:cs typeface="Poppins"/>
                <a:sym typeface="Poppins"/>
              </a:rPr>
              <a:t>Efisien dan relevan bagi pengguna dalam menggunakanya.</a:t>
            </a:r>
          </a:p>
        </p:txBody>
      </p:sp>
      <p:sp>
        <p:nvSpPr>
          <p:cNvPr id="41" name="TextBox 41"/>
          <p:cNvSpPr txBox="1"/>
          <p:nvPr/>
        </p:nvSpPr>
        <p:spPr>
          <a:xfrm>
            <a:off x="2687912" y="2551084"/>
            <a:ext cx="13028986" cy="840720"/>
          </a:xfrm>
          <a:prstGeom prst="rect">
            <a:avLst/>
          </a:prstGeom>
        </p:spPr>
        <p:txBody>
          <a:bodyPr lIns="0" tIns="0" rIns="0" bIns="0" rtlCol="0" anchor="t">
            <a:spAutoFit/>
          </a:bodyPr>
          <a:lstStyle/>
          <a:p>
            <a:pPr algn="l">
              <a:lnSpc>
                <a:spcPts val="6438"/>
              </a:lnSpc>
            </a:pPr>
            <a:r>
              <a:rPr lang="en-US" sz="6132" spc="122">
                <a:solidFill>
                  <a:srgbClr val="FEFEFF"/>
                </a:solidFill>
                <a:latin typeface="Norwester"/>
                <a:ea typeface="Norwester"/>
                <a:cs typeface="Norwester"/>
                <a:sym typeface="Norwester"/>
              </a:rPr>
              <a:t>USER EXPERIENCE (UX)</a:t>
            </a:r>
          </a:p>
        </p:txBody>
      </p:sp>
      <p:sp>
        <p:nvSpPr>
          <p:cNvPr id="42" name="TextBox 42"/>
          <p:cNvSpPr txBox="1"/>
          <p:nvPr/>
        </p:nvSpPr>
        <p:spPr>
          <a:xfrm>
            <a:off x="2687912" y="1902482"/>
            <a:ext cx="4207960" cy="562878"/>
          </a:xfrm>
          <a:prstGeom prst="rect">
            <a:avLst/>
          </a:prstGeom>
        </p:spPr>
        <p:txBody>
          <a:bodyPr lIns="0" tIns="0" rIns="0" bIns="0" rtlCol="0" anchor="t">
            <a:spAutoFit/>
          </a:bodyPr>
          <a:lstStyle/>
          <a:p>
            <a:pPr algn="just">
              <a:lnSpc>
                <a:spcPts val="4738"/>
              </a:lnSpc>
            </a:pPr>
            <a:r>
              <a:rPr lang="en-US" sz="2267">
                <a:solidFill>
                  <a:srgbClr val="FEFEFF"/>
                </a:solidFill>
                <a:latin typeface="Poppins"/>
                <a:ea typeface="Poppins"/>
                <a:cs typeface="Poppins"/>
                <a:sym typeface="Poppins"/>
              </a:rPr>
              <a:t>Tujuan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2940"/>
        </a:solidFill>
        <a:effectLst/>
      </p:bgPr>
    </p:bg>
    <p:spTree>
      <p:nvGrpSpPr>
        <p:cNvPr id="1" name=""/>
        <p:cNvGrpSpPr/>
        <p:nvPr/>
      </p:nvGrpSpPr>
      <p:grpSpPr>
        <a:xfrm>
          <a:off x="0" y="0"/>
          <a:ext cx="0" cy="0"/>
          <a:chOff x="0" y="0"/>
          <a:chExt cx="0" cy="0"/>
        </a:xfrm>
      </p:grpSpPr>
      <p:sp>
        <p:nvSpPr>
          <p:cNvPr id="2" name="Freeform 2"/>
          <p:cNvSpPr/>
          <p:nvPr/>
        </p:nvSpPr>
        <p:spPr>
          <a:xfrm>
            <a:off x="9525"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15000"/>
            </a:blip>
            <a:stretch>
              <a:fillRect/>
            </a:stretch>
          </a:blipFill>
        </p:spPr>
      </p:sp>
      <p:grpSp>
        <p:nvGrpSpPr>
          <p:cNvPr id="3" name="Group 3"/>
          <p:cNvGrpSpPr/>
          <p:nvPr/>
        </p:nvGrpSpPr>
        <p:grpSpPr>
          <a:xfrm>
            <a:off x="7510084" y="732996"/>
            <a:ext cx="3267833" cy="591408"/>
            <a:chOff x="0" y="0"/>
            <a:chExt cx="4357110" cy="788544"/>
          </a:xfrm>
        </p:grpSpPr>
        <p:sp>
          <p:nvSpPr>
            <p:cNvPr id="4" name="Freeform 4"/>
            <p:cNvSpPr/>
            <p:nvPr/>
          </p:nvSpPr>
          <p:spPr>
            <a:xfrm>
              <a:off x="0" y="0"/>
              <a:ext cx="732988" cy="732988"/>
            </a:xfrm>
            <a:custGeom>
              <a:avLst/>
              <a:gdLst/>
              <a:ahLst/>
              <a:cxnLst/>
              <a:rect l="l" t="t" r="r" b="b"/>
              <a:pathLst>
                <a:path w="732988" h="732988">
                  <a:moveTo>
                    <a:pt x="0" y="0"/>
                  </a:moveTo>
                  <a:lnTo>
                    <a:pt x="732988" y="0"/>
                  </a:lnTo>
                  <a:lnTo>
                    <a:pt x="732988" y="732988"/>
                  </a:lnTo>
                  <a:lnTo>
                    <a:pt x="0" y="732988"/>
                  </a:lnTo>
                  <a:lnTo>
                    <a:pt x="0" y="0"/>
                  </a:lnTo>
                  <a:close/>
                </a:path>
              </a:pathLst>
            </a:custGeom>
            <a:blipFill>
              <a:blip r:embed="rId3"/>
              <a:stretch>
                <a:fillRect/>
              </a:stretch>
            </a:blipFill>
          </p:spPr>
        </p:sp>
        <p:sp>
          <p:nvSpPr>
            <p:cNvPr id="5" name="Freeform 5"/>
            <p:cNvSpPr/>
            <p:nvPr/>
          </p:nvSpPr>
          <p:spPr>
            <a:xfrm>
              <a:off x="935429" y="0"/>
              <a:ext cx="732988" cy="732988"/>
            </a:xfrm>
            <a:custGeom>
              <a:avLst/>
              <a:gdLst/>
              <a:ahLst/>
              <a:cxnLst/>
              <a:rect l="l" t="t" r="r" b="b"/>
              <a:pathLst>
                <a:path w="732988" h="732988">
                  <a:moveTo>
                    <a:pt x="0" y="0"/>
                  </a:moveTo>
                  <a:lnTo>
                    <a:pt x="732988" y="0"/>
                  </a:lnTo>
                  <a:lnTo>
                    <a:pt x="732988" y="732988"/>
                  </a:lnTo>
                  <a:lnTo>
                    <a:pt x="0" y="732988"/>
                  </a:lnTo>
                  <a:lnTo>
                    <a:pt x="0" y="0"/>
                  </a:lnTo>
                  <a:close/>
                </a:path>
              </a:pathLst>
            </a:custGeom>
            <a:blipFill>
              <a:blip r:embed="rId4"/>
              <a:stretch>
                <a:fillRect/>
              </a:stretch>
            </a:blipFill>
          </p:spPr>
        </p:sp>
        <p:sp>
          <p:nvSpPr>
            <p:cNvPr id="6" name="Freeform 6"/>
            <p:cNvSpPr/>
            <p:nvPr/>
          </p:nvSpPr>
          <p:spPr>
            <a:xfrm>
              <a:off x="1872405" y="55556"/>
              <a:ext cx="2484706" cy="732988"/>
            </a:xfrm>
            <a:custGeom>
              <a:avLst/>
              <a:gdLst/>
              <a:ahLst/>
              <a:cxnLst/>
              <a:rect l="l" t="t" r="r" b="b"/>
              <a:pathLst>
                <a:path w="2484706" h="732988">
                  <a:moveTo>
                    <a:pt x="0" y="0"/>
                  </a:moveTo>
                  <a:lnTo>
                    <a:pt x="2484705" y="0"/>
                  </a:lnTo>
                  <a:lnTo>
                    <a:pt x="2484705" y="732988"/>
                  </a:lnTo>
                  <a:lnTo>
                    <a:pt x="0" y="732988"/>
                  </a:lnTo>
                  <a:lnTo>
                    <a:pt x="0" y="0"/>
                  </a:lnTo>
                  <a:close/>
                </a:path>
              </a:pathLst>
            </a:custGeom>
            <a:blipFill>
              <a:blip r:embed="rId5"/>
              <a:stretch>
                <a:fillRect/>
              </a:stretch>
            </a:blipFill>
          </p:spPr>
        </p:sp>
      </p:grpSp>
      <p:grpSp>
        <p:nvGrpSpPr>
          <p:cNvPr id="7" name="Group 7"/>
          <p:cNvGrpSpPr/>
          <p:nvPr/>
        </p:nvGrpSpPr>
        <p:grpSpPr>
          <a:xfrm>
            <a:off x="13819395" y="-1307921"/>
            <a:ext cx="7040355" cy="6307586"/>
            <a:chOff x="0" y="0"/>
            <a:chExt cx="9387141" cy="8410115"/>
          </a:xfrm>
        </p:grpSpPr>
        <p:grpSp>
          <p:nvGrpSpPr>
            <p:cNvPr id="8" name="Group 8"/>
            <p:cNvGrpSpPr/>
            <p:nvPr/>
          </p:nvGrpSpPr>
          <p:grpSpPr>
            <a:xfrm>
              <a:off x="4693570" y="0"/>
              <a:ext cx="4693570" cy="8410115"/>
              <a:chOff x="0" y="0"/>
              <a:chExt cx="948267" cy="1699140"/>
            </a:xfrm>
          </p:grpSpPr>
          <p:sp>
            <p:nvSpPr>
              <p:cNvPr id="9" name="Freeform 9"/>
              <p:cNvSpPr/>
              <p:nvPr/>
            </p:nvSpPr>
            <p:spPr>
              <a:xfrm>
                <a:off x="0" y="0"/>
                <a:ext cx="948267" cy="1699140"/>
              </a:xfrm>
              <a:custGeom>
                <a:avLst/>
                <a:gdLst/>
                <a:ahLst/>
                <a:cxnLst/>
                <a:rect l="l" t="t" r="r" b="b"/>
                <a:pathLst>
                  <a:path w="948267" h="1699140">
                    <a:moveTo>
                      <a:pt x="0" y="849570"/>
                    </a:moveTo>
                    <a:lnTo>
                      <a:pt x="406400" y="0"/>
                    </a:lnTo>
                    <a:lnTo>
                      <a:pt x="406400" y="203200"/>
                    </a:lnTo>
                    <a:lnTo>
                      <a:pt x="948267" y="203200"/>
                    </a:lnTo>
                    <a:lnTo>
                      <a:pt x="948267" y="1495940"/>
                    </a:lnTo>
                    <a:lnTo>
                      <a:pt x="406400" y="1495940"/>
                    </a:lnTo>
                    <a:lnTo>
                      <a:pt x="406400" y="1699140"/>
                    </a:lnTo>
                    <a:lnTo>
                      <a:pt x="0" y="849570"/>
                    </a:lnTo>
                    <a:close/>
                  </a:path>
                </a:pathLst>
              </a:custGeom>
              <a:gradFill rotWithShape="1">
                <a:gsLst>
                  <a:gs pos="0">
                    <a:srgbClr val="CDFFD8">
                      <a:alpha val="100000"/>
                    </a:srgbClr>
                  </a:gs>
                  <a:gs pos="100000">
                    <a:srgbClr val="94B9FF">
                      <a:alpha val="100000"/>
                    </a:srgbClr>
                  </a:gs>
                </a:gsLst>
                <a:lin ang="0"/>
              </a:gradFill>
            </p:spPr>
          </p:sp>
          <p:sp>
            <p:nvSpPr>
              <p:cNvPr id="10" name="TextBox 10"/>
              <p:cNvSpPr txBox="1"/>
              <p:nvPr/>
            </p:nvSpPr>
            <p:spPr>
              <a:xfrm>
                <a:off x="101600" y="146050"/>
                <a:ext cx="846667" cy="1349890"/>
              </a:xfrm>
              <a:prstGeom prst="rect">
                <a:avLst/>
              </a:prstGeom>
            </p:spPr>
            <p:txBody>
              <a:bodyPr lIns="50800" tIns="50800" rIns="50800" bIns="50800" rtlCol="0" anchor="ctr"/>
              <a:lstStyle/>
              <a:p>
                <a:pPr algn="ctr">
                  <a:lnSpc>
                    <a:spcPts val="2486"/>
                  </a:lnSpc>
                </a:pPr>
                <a:endParaRPr/>
              </a:p>
            </p:txBody>
          </p:sp>
        </p:grpSp>
        <p:grpSp>
          <p:nvGrpSpPr>
            <p:cNvPr id="11" name="Group 11"/>
            <p:cNvGrpSpPr/>
            <p:nvPr/>
          </p:nvGrpSpPr>
          <p:grpSpPr>
            <a:xfrm>
              <a:off x="2682040" y="2390174"/>
              <a:ext cx="4023060" cy="1814884"/>
              <a:chOff x="0" y="0"/>
              <a:chExt cx="812800" cy="366671"/>
            </a:xfrm>
          </p:grpSpPr>
          <p:sp>
            <p:nvSpPr>
              <p:cNvPr id="12" name="Freeform 12"/>
              <p:cNvSpPr/>
              <p:nvPr/>
            </p:nvSpPr>
            <p:spPr>
              <a:xfrm>
                <a:off x="0" y="0"/>
                <a:ext cx="812800" cy="366671"/>
              </a:xfrm>
              <a:custGeom>
                <a:avLst/>
                <a:gdLst/>
                <a:ahLst/>
                <a:cxnLst/>
                <a:rect l="l" t="t" r="r" b="b"/>
                <a:pathLst>
                  <a:path w="812800" h="366671">
                    <a:moveTo>
                      <a:pt x="609600" y="0"/>
                    </a:moveTo>
                    <a:lnTo>
                      <a:pt x="0" y="0"/>
                    </a:lnTo>
                    <a:lnTo>
                      <a:pt x="203200" y="366671"/>
                    </a:lnTo>
                    <a:lnTo>
                      <a:pt x="812800" y="366671"/>
                    </a:lnTo>
                    <a:lnTo>
                      <a:pt x="609600" y="0"/>
                    </a:lnTo>
                    <a:close/>
                  </a:path>
                </a:pathLst>
              </a:custGeom>
              <a:solidFill>
                <a:srgbClr val="144D5F"/>
              </a:solidFill>
            </p:spPr>
          </p:sp>
          <p:sp>
            <p:nvSpPr>
              <p:cNvPr id="13" name="TextBox 13"/>
              <p:cNvSpPr txBox="1"/>
              <p:nvPr/>
            </p:nvSpPr>
            <p:spPr>
              <a:xfrm>
                <a:off x="101600" y="-57150"/>
                <a:ext cx="609600" cy="423821"/>
              </a:xfrm>
              <a:prstGeom prst="rect">
                <a:avLst/>
              </a:prstGeom>
            </p:spPr>
            <p:txBody>
              <a:bodyPr lIns="50800" tIns="50800" rIns="50800" bIns="50800" rtlCol="0" anchor="ctr"/>
              <a:lstStyle/>
              <a:p>
                <a:pPr algn="ctr">
                  <a:lnSpc>
                    <a:spcPts val="2486"/>
                  </a:lnSpc>
                </a:pPr>
                <a:endParaRPr/>
              </a:p>
            </p:txBody>
          </p:sp>
        </p:grpSp>
        <p:grpSp>
          <p:nvGrpSpPr>
            <p:cNvPr id="14" name="Group 14"/>
            <p:cNvGrpSpPr/>
            <p:nvPr/>
          </p:nvGrpSpPr>
          <p:grpSpPr>
            <a:xfrm>
              <a:off x="0" y="500864"/>
              <a:ext cx="7716008" cy="2011530"/>
              <a:chOff x="0" y="0"/>
              <a:chExt cx="1558906" cy="406400"/>
            </a:xfrm>
          </p:grpSpPr>
          <p:sp>
            <p:nvSpPr>
              <p:cNvPr id="15" name="Freeform 15"/>
              <p:cNvSpPr/>
              <p:nvPr/>
            </p:nvSpPr>
            <p:spPr>
              <a:xfrm>
                <a:off x="0" y="0"/>
                <a:ext cx="1558906" cy="406400"/>
              </a:xfrm>
              <a:custGeom>
                <a:avLst/>
                <a:gdLst/>
                <a:ahLst/>
                <a:cxnLst/>
                <a:rect l="l" t="t" r="r" b="b"/>
                <a:pathLst>
                  <a:path w="1558906" h="406400">
                    <a:moveTo>
                      <a:pt x="1355706" y="0"/>
                    </a:moveTo>
                    <a:cubicBezTo>
                      <a:pt x="1467930" y="0"/>
                      <a:pt x="1558906" y="90976"/>
                      <a:pt x="1558906" y="203200"/>
                    </a:cubicBezTo>
                    <a:cubicBezTo>
                      <a:pt x="1558906" y="315424"/>
                      <a:pt x="1467930" y="406400"/>
                      <a:pt x="1355706" y="406400"/>
                    </a:cubicBezTo>
                    <a:lnTo>
                      <a:pt x="203200" y="406400"/>
                    </a:lnTo>
                    <a:cubicBezTo>
                      <a:pt x="90976" y="406400"/>
                      <a:pt x="0" y="315424"/>
                      <a:pt x="0" y="203200"/>
                    </a:cubicBezTo>
                    <a:cubicBezTo>
                      <a:pt x="0" y="90976"/>
                      <a:pt x="90976" y="0"/>
                      <a:pt x="203200" y="0"/>
                    </a:cubicBezTo>
                    <a:close/>
                  </a:path>
                </a:pathLst>
              </a:custGeom>
              <a:solidFill>
                <a:srgbClr val="46A0B1"/>
              </a:solidFill>
            </p:spPr>
          </p:sp>
          <p:sp>
            <p:nvSpPr>
              <p:cNvPr id="16" name="TextBox 16"/>
              <p:cNvSpPr txBox="1"/>
              <p:nvPr/>
            </p:nvSpPr>
            <p:spPr>
              <a:xfrm>
                <a:off x="0" y="-57150"/>
                <a:ext cx="1558906" cy="463550"/>
              </a:xfrm>
              <a:prstGeom prst="rect">
                <a:avLst/>
              </a:prstGeom>
            </p:spPr>
            <p:txBody>
              <a:bodyPr lIns="50800" tIns="50800" rIns="50800" bIns="50800" rtlCol="0" anchor="ctr"/>
              <a:lstStyle/>
              <a:p>
                <a:pPr algn="ctr">
                  <a:lnSpc>
                    <a:spcPts val="2486"/>
                  </a:lnSpc>
                </a:pPr>
                <a:endParaRPr/>
              </a:p>
            </p:txBody>
          </p:sp>
        </p:grpSp>
        <p:grpSp>
          <p:nvGrpSpPr>
            <p:cNvPr id="17" name="Group 17"/>
            <p:cNvGrpSpPr/>
            <p:nvPr/>
          </p:nvGrpSpPr>
          <p:grpSpPr>
            <a:xfrm>
              <a:off x="4693570" y="181997"/>
              <a:ext cx="4023060" cy="4023060"/>
              <a:chOff x="0" y="0"/>
              <a:chExt cx="812800" cy="812800"/>
            </a:xfrm>
          </p:grpSpPr>
          <p:sp>
            <p:nvSpPr>
              <p:cNvPr id="18" name="Freeform 18"/>
              <p:cNvSpPr/>
              <p:nvPr/>
            </p:nvSpPr>
            <p:spPr>
              <a:xfrm>
                <a:off x="0" y="0"/>
                <a:ext cx="812800" cy="812800"/>
              </a:xfrm>
              <a:custGeom>
                <a:avLst/>
                <a:gdLst/>
                <a:ahLst/>
                <a:cxnLst/>
                <a:rect l="l" t="t" r="r" b="b"/>
                <a:pathLst>
                  <a:path w="812800" h="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46A0B1"/>
              </a:solidFill>
            </p:spPr>
          </p:sp>
          <p:sp>
            <p:nvSpPr>
              <p:cNvPr id="19" name="TextBox 19"/>
              <p:cNvSpPr txBox="1"/>
              <p:nvPr/>
            </p:nvSpPr>
            <p:spPr>
              <a:xfrm>
                <a:off x="203200" y="-57150"/>
                <a:ext cx="406400" cy="768350"/>
              </a:xfrm>
              <a:prstGeom prst="rect">
                <a:avLst/>
              </a:prstGeom>
            </p:spPr>
            <p:txBody>
              <a:bodyPr lIns="50800" tIns="50800" rIns="50800" bIns="50800" rtlCol="0" anchor="ctr"/>
              <a:lstStyle/>
              <a:p>
                <a:pPr algn="ctr">
                  <a:lnSpc>
                    <a:spcPts val="2486"/>
                  </a:lnSpc>
                </a:pPr>
                <a:endParaRPr/>
              </a:p>
            </p:txBody>
          </p:sp>
        </p:grpSp>
        <p:grpSp>
          <p:nvGrpSpPr>
            <p:cNvPr id="20" name="Group 20"/>
            <p:cNvGrpSpPr/>
            <p:nvPr/>
          </p:nvGrpSpPr>
          <p:grpSpPr>
            <a:xfrm rot="-421994">
              <a:off x="1547198" y="1087681"/>
              <a:ext cx="3507933" cy="5261900"/>
              <a:chOff x="0" y="0"/>
              <a:chExt cx="406400" cy="609600"/>
            </a:xfrm>
          </p:grpSpPr>
          <p:sp>
            <p:nvSpPr>
              <p:cNvPr id="21" name="Freeform 21"/>
              <p:cNvSpPr/>
              <p:nvPr/>
            </p:nvSpPr>
            <p:spPr>
              <a:xfrm>
                <a:off x="0" y="0"/>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gradFill rotWithShape="1">
                <a:gsLst>
                  <a:gs pos="0">
                    <a:srgbClr val="CDFFD8">
                      <a:alpha val="60000"/>
                    </a:srgbClr>
                  </a:gs>
                  <a:gs pos="100000">
                    <a:srgbClr val="94B9FF">
                      <a:alpha val="60000"/>
                    </a:srgbClr>
                  </a:gs>
                </a:gsLst>
                <a:lin ang="0"/>
              </a:gradFill>
            </p:spPr>
          </p:sp>
          <p:sp>
            <p:nvSpPr>
              <p:cNvPr id="22" name="TextBox 22"/>
              <p:cNvSpPr txBox="1"/>
              <p:nvPr/>
            </p:nvSpPr>
            <p:spPr>
              <a:xfrm>
                <a:off x="101600" y="-57150"/>
                <a:ext cx="203200" cy="666750"/>
              </a:xfrm>
              <a:prstGeom prst="rect">
                <a:avLst/>
              </a:prstGeom>
            </p:spPr>
            <p:txBody>
              <a:bodyPr lIns="50800" tIns="50800" rIns="50800" bIns="50800" rtlCol="0" anchor="ctr"/>
              <a:lstStyle/>
              <a:p>
                <a:pPr algn="ctr">
                  <a:lnSpc>
                    <a:spcPts val="2486"/>
                  </a:lnSpc>
                </a:pPr>
                <a:endParaRPr/>
              </a:p>
            </p:txBody>
          </p:sp>
        </p:grpSp>
      </p:grpSp>
      <p:grpSp>
        <p:nvGrpSpPr>
          <p:cNvPr id="23" name="Group 23"/>
          <p:cNvGrpSpPr/>
          <p:nvPr/>
        </p:nvGrpSpPr>
        <p:grpSpPr>
          <a:xfrm>
            <a:off x="-1705191" y="6469644"/>
            <a:ext cx="5713901" cy="4834459"/>
            <a:chOff x="0" y="0"/>
            <a:chExt cx="7618535" cy="6445946"/>
          </a:xfrm>
        </p:grpSpPr>
        <p:grpSp>
          <p:nvGrpSpPr>
            <p:cNvPr id="24" name="Group 24"/>
            <p:cNvGrpSpPr/>
            <p:nvPr/>
          </p:nvGrpSpPr>
          <p:grpSpPr>
            <a:xfrm>
              <a:off x="0" y="0"/>
              <a:ext cx="3516247" cy="6084231"/>
              <a:chOff x="0" y="0"/>
              <a:chExt cx="812800" cy="1406404"/>
            </a:xfrm>
          </p:grpSpPr>
          <p:sp>
            <p:nvSpPr>
              <p:cNvPr id="25" name="Freeform 25"/>
              <p:cNvSpPr/>
              <p:nvPr/>
            </p:nvSpPr>
            <p:spPr>
              <a:xfrm>
                <a:off x="0" y="0"/>
                <a:ext cx="812800" cy="1406404"/>
              </a:xfrm>
              <a:custGeom>
                <a:avLst/>
                <a:gdLst/>
                <a:ahLst/>
                <a:cxnLst/>
                <a:rect l="l" t="t" r="r" b="b"/>
                <a:pathLst>
                  <a:path w="812800" h="1406404">
                    <a:moveTo>
                      <a:pt x="812800" y="703202"/>
                    </a:moveTo>
                    <a:lnTo>
                      <a:pt x="406400" y="0"/>
                    </a:lnTo>
                    <a:lnTo>
                      <a:pt x="406400" y="203200"/>
                    </a:lnTo>
                    <a:lnTo>
                      <a:pt x="0" y="203200"/>
                    </a:lnTo>
                    <a:lnTo>
                      <a:pt x="0" y="1203204"/>
                    </a:lnTo>
                    <a:lnTo>
                      <a:pt x="406400" y="1203204"/>
                    </a:lnTo>
                    <a:lnTo>
                      <a:pt x="406400" y="1406404"/>
                    </a:lnTo>
                    <a:lnTo>
                      <a:pt x="812800" y="703202"/>
                    </a:lnTo>
                    <a:close/>
                  </a:path>
                </a:pathLst>
              </a:custGeom>
              <a:gradFill rotWithShape="1">
                <a:gsLst>
                  <a:gs pos="0">
                    <a:srgbClr val="CDFFD8">
                      <a:alpha val="100000"/>
                    </a:srgbClr>
                  </a:gs>
                  <a:gs pos="100000">
                    <a:srgbClr val="94B9FF">
                      <a:alpha val="100000"/>
                    </a:srgbClr>
                  </a:gs>
                </a:gsLst>
                <a:lin ang="0"/>
              </a:gradFill>
            </p:spPr>
          </p:sp>
          <p:sp>
            <p:nvSpPr>
              <p:cNvPr id="26" name="TextBox 26"/>
              <p:cNvSpPr txBox="1"/>
              <p:nvPr/>
            </p:nvSpPr>
            <p:spPr>
              <a:xfrm>
                <a:off x="0" y="146050"/>
                <a:ext cx="711200" cy="1057154"/>
              </a:xfrm>
              <a:prstGeom prst="rect">
                <a:avLst/>
              </a:prstGeom>
            </p:spPr>
            <p:txBody>
              <a:bodyPr lIns="50800" tIns="50800" rIns="50800" bIns="50800" rtlCol="0" anchor="ctr"/>
              <a:lstStyle/>
              <a:p>
                <a:pPr algn="ctr">
                  <a:lnSpc>
                    <a:spcPts val="2486"/>
                  </a:lnSpc>
                </a:pPr>
                <a:endParaRPr/>
              </a:p>
            </p:txBody>
          </p:sp>
        </p:grpSp>
        <p:grpSp>
          <p:nvGrpSpPr>
            <p:cNvPr id="27" name="Group 27"/>
            <p:cNvGrpSpPr/>
            <p:nvPr/>
          </p:nvGrpSpPr>
          <p:grpSpPr>
            <a:xfrm>
              <a:off x="1758123" y="3007515"/>
              <a:ext cx="3516247" cy="2637185"/>
              <a:chOff x="0" y="0"/>
              <a:chExt cx="812800" cy="609600"/>
            </a:xfrm>
          </p:grpSpPr>
          <p:sp>
            <p:nvSpPr>
              <p:cNvPr id="28" name="Freeform 28"/>
              <p:cNvSpPr/>
              <p:nvPr/>
            </p:nvSpPr>
            <p:spPr>
              <a:xfrm>
                <a:off x="0" y="0"/>
                <a:ext cx="812800" cy="609600"/>
              </a:xfrm>
              <a:custGeom>
                <a:avLst/>
                <a:gdLst/>
                <a:ahLst/>
                <a:cxnLst/>
                <a:rect l="l" t="t" r="r" b="b"/>
                <a:pathLst>
                  <a:path w="812800" h="609600">
                    <a:moveTo>
                      <a:pt x="609600" y="0"/>
                    </a:moveTo>
                    <a:lnTo>
                      <a:pt x="0" y="0"/>
                    </a:lnTo>
                    <a:lnTo>
                      <a:pt x="203200" y="609600"/>
                    </a:lnTo>
                    <a:lnTo>
                      <a:pt x="812800" y="609600"/>
                    </a:lnTo>
                    <a:lnTo>
                      <a:pt x="609600" y="0"/>
                    </a:lnTo>
                    <a:close/>
                  </a:path>
                </a:pathLst>
              </a:custGeom>
              <a:solidFill>
                <a:srgbClr val="144D5F"/>
              </a:solidFill>
            </p:spPr>
          </p:sp>
          <p:sp>
            <p:nvSpPr>
              <p:cNvPr id="29" name="TextBox 29"/>
              <p:cNvSpPr txBox="1"/>
              <p:nvPr/>
            </p:nvSpPr>
            <p:spPr>
              <a:xfrm>
                <a:off x="101600" y="-57150"/>
                <a:ext cx="609600" cy="666750"/>
              </a:xfrm>
              <a:prstGeom prst="rect">
                <a:avLst/>
              </a:prstGeom>
            </p:spPr>
            <p:txBody>
              <a:bodyPr lIns="50800" tIns="50800" rIns="50800" bIns="50800" rtlCol="0" anchor="ctr"/>
              <a:lstStyle/>
              <a:p>
                <a:pPr algn="ctr">
                  <a:lnSpc>
                    <a:spcPts val="2486"/>
                  </a:lnSpc>
                </a:pPr>
                <a:endParaRPr/>
              </a:p>
            </p:txBody>
          </p:sp>
        </p:grpSp>
        <p:grpSp>
          <p:nvGrpSpPr>
            <p:cNvPr id="30" name="Group 30"/>
            <p:cNvGrpSpPr/>
            <p:nvPr/>
          </p:nvGrpSpPr>
          <p:grpSpPr>
            <a:xfrm>
              <a:off x="435526" y="4326107"/>
              <a:ext cx="7183009" cy="1758123"/>
              <a:chOff x="0" y="0"/>
              <a:chExt cx="1660392" cy="406400"/>
            </a:xfrm>
          </p:grpSpPr>
          <p:sp>
            <p:nvSpPr>
              <p:cNvPr id="31" name="Freeform 31"/>
              <p:cNvSpPr/>
              <p:nvPr/>
            </p:nvSpPr>
            <p:spPr>
              <a:xfrm>
                <a:off x="0" y="0"/>
                <a:ext cx="1660392" cy="406400"/>
              </a:xfrm>
              <a:custGeom>
                <a:avLst/>
                <a:gdLst/>
                <a:ahLst/>
                <a:cxnLst/>
                <a:rect l="l" t="t" r="r" b="b"/>
                <a:pathLst>
                  <a:path w="1660392" h="406400">
                    <a:moveTo>
                      <a:pt x="1457192" y="0"/>
                    </a:moveTo>
                    <a:cubicBezTo>
                      <a:pt x="1569417" y="0"/>
                      <a:pt x="1660392" y="90976"/>
                      <a:pt x="1660392" y="203200"/>
                    </a:cubicBezTo>
                    <a:cubicBezTo>
                      <a:pt x="1660392" y="315424"/>
                      <a:pt x="1569417" y="406400"/>
                      <a:pt x="1457192" y="406400"/>
                    </a:cubicBezTo>
                    <a:lnTo>
                      <a:pt x="203200" y="406400"/>
                    </a:lnTo>
                    <a:cubicBezTo>
                      <a:pt x="90976" y="406400"/>
                      <a:pt x="0" y="315424"/>
                      <a:pt x="0" y="203200"/>
                    </a:cubicBezTo>
                    <a:cubicBezTo>
                      <a:pt x="0" y="90976"/>
                      <a:pt x="90976" y="0"/>
                      <a:pt x="203200" y="0"/>
                    </a:cubicBezTo>
                    <a:close/>
                  </a:path>
                </a:pathLst>
              </a:custGeom>
              <a:solidFill>
                <a:srgbClr val="46A0B1"/>
              </a:solidFill>
            </p:spPr>
          </p:sp>
          <p:sp>
            <p:nvSpPr>
              <p:cNvPr id="32" name="TextBox 32"/>
              <p:cNvSpPr txBox="1"/>
              <p:nvPr/>
            </p:nvSpPr>
            <p:spPr>
              <a:xfrm>
                <a:off x="0" y="-57150"/>
                <a:ext cx="1660392" cy="463550"/>
              </a:xfrm>
              <a:prstGeom prst="rect">
                <a:avLst/>
              </a:prstGeom>
            </p:spPr>
            <p:txBody>
              <a:bodyPr lIns="50800" tIns="50800" rIns="50800" bIns="50800" rtlCol="0" anchor="ctr"/>
              <a:lstStyle/>
              <a:p>
                <a:pPr algn="ctr">
                  <a:lnSpc>
                    <a:spcPts val="2486"/>
                  </a:lnSpc>
                </a:pPr>
                <a:endParaRPr/>
              </a:p>
            </p:txBody>
          </p:sp>
        </p:grpSp>
        <p:grpSp>
          <p:nvGrpSpPr>
            <p:cNvPr id="33" name="Group 33"/>
            <p:cNvGrpSpPr/>
            <p:nvPr/>
          </p:nvGrpSpPr>
          <p:grpSpPr>
            <a:xfrm>
              <a:off x="0" y="2929699"/>
              <a:ext cx="3516247" cy="3516247"/>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lnTo>
                      <a:pt x="0" y="406400"/>
                    </a:lnTo>
                    <a:lnTo>
                      <a:pt x="203200" y="406400"/>
                    </a:lnTo>
                    <a:lnTo>
                      <a:pt x="203200" y="812800"/>
                    </a:lnTo>
                    <a:lnTo>
                      <a:pt x="609600" y="812800"/>
                    </a:lnTo>
                    <a:lnTo>
                      <a:pt x="609600" y="406400"/>
                    </a:lnTo>
                    <a:lnTo>
                      <a:pt x="812800" y="406400"/>
                    </a:lnTo>
                    <a:lnTo>
                      <a:pt x="406400" y="0"/>
                    </a:lnTo>
                    <a:close/>
                  </a:path>
                </a:pathLst>
              </a:custGeom>
              <a:solidFill>
                <a:srgbClr val="46A0B1"/>
              </a:solidFill>
            </p:spPr>
          </p:sp>
          <p:sp>
            <p:nvSpPr>
              <p:cNvPr id="35" name="TextBox 35"/>
              <p:cNvSpPr txBox="1"/>
              <p:nvPr/>
            </p:nvSpPr>
            <p:spPr>
              <a:xfrm>
                <a:off x="203200" y="44450"/>
                <a:ext cx="406400" cy="768350"/>
              </a:xfrm>
              <a:prstGeom prst="rect">
                <a:avLst/>
              </a:prstGeom>
            </p:spPr>
            <p:txBody>
              <a:bodyPr lIns="50800" tIns="50800" rIns="50800" bIns="50800" rtlCol="0" anchor="ctr"/>
              <a:lstStyle/>
              <a:p>
                <a:pPr algn="ctr">
                  <a:lnSpc>
                    <a:spcPts val="2486"/>
                  </a:lnSpc>
                </a:pPr>
                <a:endParaRPr/>
              </a:p>
            </p:txBody>
          </p:sp>
        </p:grpSp>
        <p:grpSp>
          <p:nvGrpSpPr>
            <p:cNvPr id="36" name="Group 36"/>
            <p:cNvGrpSpPr/>
            <p:nvPr/>
          </p:nvGrpSpPr>
          <p:grpSpPr>
            <a:xfrm rot="-729709">
              <a:off x="3337933" y="1236507"/>
              <a:ext cx="3066014" cy="4599021"/>
              <a:chOff x="0" y="0"/>
              <a:chExt cx="406400" cy="609600"/>
            </a:xfrm>
          </p:grpSpPr>
          <p:sp>
            <p:nvSpPr>
              <p:cNvPr id="37" name="Freeform 37"/>
              <p:cNvSpPr/>
              <p:nvPr/>
            </p:nvSpPr>
            <p:spPr>
              <a:xfrm>
                <a:off x="0" y="0"/>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gradFill rotWithShape="1">
                <a:gsLst>
                  <a:gs pos="0">
                    <a:srgbClr val="CDFFD8">
                      <a:alpha val="60000"/>
                    </a:srgbClr>
                  </a:gs>
                  <a:gs pos="100000">
                    <a:srgbClr val="94B9FF">
                      <a:alpha val="60000"/>
                    </a:srgbClr>
                  </a:gs>
                </a:gsLst>
                <a:lin ang="0"/>
              </a:gradFill>
            </p:spPr>
          </p:sp>
          <p:sp>
            <p:nvSpPr>
              <p:cNvPr id="38" name="TextBox 38"/>
              <p:cNvSpPr txBox="1"/>
              <p:nvPr/>
            </p:nvSpPr>
            <p:spPr>
              <a:xfrm>
                <a:off x="101600" y="-57150"/>
                <a:ext cx="203200" cy="666750"/>
              </a:xfrm>
              <a:prstGeom prst="rect">
                <a:avLst/>
              </a:prstGeom>
            </p:spPr>
            <p:txBody>
              <a:bodyPr lIns="50800" tIns="50800" rIns="50800" bIns="50800" rtlCol="0" anchor="ctr"/>
              <a:lstStyle/>
              <a:p>
                <a:pPr algn="ctr">
                  <a:lnSpc>
                    <a:spcPts val="2486"/>
                  </a:lnSpc>
                </a:pPr>
                <a:endParaRPr/>
              </a:p>
            </p:txBody>
          </p:sp>
        </p:grpSp>
      </p:grpSp>
      <p:sp>
        <p:nvSpPr>
          <p:cNvPr id="39" name="Freeform 39"/>
          <p:cNvSpPr/>
          <p:nvPr/>
        </p:nvSpPr>
        <p:spPr>
          <a:xfrm>
            <a:off x="15245913" y="9258300"/>
            <a:ext cx="2595326" cy="648832"/>
          </a:xfrm>
          <a:custGeom>
            <a:avLst/>
            <a:gdLst/>
            <a:ahLst/>
            <a:cxnLst/>
            <a:rect l="l" t="t" r="r" b="b"/>
            <a:pathLst>
              <a:path w="2595326" h="648832">
                <a:moveTo>
                  <a:pt x="0" y="0"/>
                </a:moveTo>
                <a:lnTo>
                  <a:pt x="2595326" y="0"/>
                </a:lnTo>
                <a:lnTo>
                  <a:pt x="2595326" y="648832"/>
                </a:lnTo>
                <a:lnTo>
                  <a:pt x="0" y="648832"/>
                </a:lnTo>
                <a:lnTo>
                  <a:pt x="0" y="0"/>
                </a:lnTo>
                <a:close/>
              </a:path>
            </a:pathLst>
          </a:custGeom>
          <a:blipFill>
            <a:blip r:embed="rId6"/>
            <a:stretch>
              <a:fillRect/>
            </a:stretch>
          </a:blipFill>
        </p:spPr>
      </p:sp>
      <p:sp>
        <p:nvSpPr>
          <p:cNvPr id="40" name="Freeform 40"/>
          <p:cNvSpPr/>
          <p:nvPr/>
        </p:nvSpPr>
        <p:spPr>
          <a:xfrm>
            <a:off x="3804410" y="6276921"/>
            <a:ext cx="5512295" cy="3305795"/>
          </a:xfrm>
          <a:custGeom>
            <a:avLst/>
            <a:gdLst/>
            <a:ahLst/>
            <a:cxnLst/>
            <a:rect l="l" t="t" r="r" b="b"/>
            <a:pathLst>
              <a:path w="5512295" h="3305795">
                <a:moveTo>
                  <a:pt x="0" y="0"/>
                </a:moveTo>
                <a:lnTo>
                  <a:pt x="5512295" y="0"/>
                </a:lnTo>
                <a:lnTo>
                  <a:pt x="5512295" y="3305795"/>
                </a:lnTo>
                <a:lnTo>
                  <a:pt x="0" y="3305795"/>
                </a:lnTo>
                <a:lnTo>
                  <a:pt x="0" y="0"/>
                </a:lnTo>
                <a:close/>
              </a:path>
            </a:pathLst>
          </a:custGeom>
          <a:blipFill>
            <a:blip r:embed="rId7"/>
            <a:stretch>
              <a:fillRect/>
            </a:stretch>
          </a:blipFill>
        </p:spPr>
      </p:sp>
      <p:sp>
        <p:nvSpPr>
          <p:cNvPr id="41" name="Freeform 41"/>
          <p:cNvSpPr/>
          <p:nvPr/>
        </p:nvSpPr>
        <p:spPr>
          <a:xfrm>
            <a:off x="9955337" y="6276921"/>
            <a:ext cx="5504386" cy="3305795"/>
          </a:xfrm>
          <a:custGeom>
            <a:avLst/>
            <a:gdLst/>
            <a:ahLst/>
            <a:cxnLst/>
            <a:rect l="l" t="t" r="r" b="b"/>
            <a:pathLst>
              <a:path w="5504386" h="3305795">
                <a:moveTo>
                  <a:pt x="0" y="0"/>
                </a:moveTo>
                <a:lnTo>
                  <a:pt x="5504386" y="0"/>
                </a:lnTo>
                <a:lnTo>
                  <a:pt x="5504386" y="3305795"/>
                </a:lnTo>
                <a:lnTo>
                  <a:pt x="0" y="3305795"/>
                </a:lnTo>
                <a:lnTo>
                  <a:pt x="0" y="0"/>
                </a:lnTo>
                <a:close/>
              </a:path>
            </a:pathLst>
          </a:custGeom>
          <a:blipFill>
            <a:blip r:embed="rId8"/>
            <a:stretch>
              <a:fillRect/>
            </a:stretch>
          </a:blipFill>
        </p:spPr>
      </p:sp>
      <p:sp>
        <p:nvSpPr>
          <p:cNvPr id="42" name="TextBox 42"/>
          <p:cNvSpPr txBox="1"/>
          <p:nvPr/>
        </p:nvSpPr>
        <p:spPr>
          <a:xfrm>
            <a:off x="2687912" y="3543427"/>
            <a:ext cx="12261924" cy="2362797"/>
          </a:xfrm>
          <a:prstGeom prst="rect">
            <a:avLst/>
          </a:prstGeom>
        </p:spPr>
        <p:txBody>
          <a:bodyPr lIns="0" tIns="0" rIns="0" bIns="0" rtlCol="0" anchor="t">
            <a:spAutoFit/>
          </a:bodyPr>
          <a:lstStyle/>
          <a:p>
            <a:pPr marL="490094" lvl="1" indent="-245047" algn="just">
              <a:lnSpc>
                <a:spcPts val="4744"/>
              </a:lnSpc>
              <a:buAutoNum type="arabicPeriod"/>
            </a:pPr>
            <a:r>
              <a:rPr lang="en-US" sz="2270">
                <a:solidFill>
                  <a:srgbClr val="FEFEFF"/>
                </a:solidFill>
                <a:latin typeface="Poppins"/>
                <a:ea typeface="Poppins"/>
                <a:cs typeface="Poppins"/>
                <a:sym typeface="Poppins"/>
              </a:rPr>
              <a:t>Wireframe (Gambaran kasar yang akan dibuat ke tampilan visual design nantinya).</a:t>
            </a:r>
          </a:p>
          <a:p>
            <a:pPr marL="490094" lvl="1" indent="-245047" algn="just">
              <a:lnSpc>
                <a:spcPts val="4744"/>
              </a:lnSpc>
              <a:buAutoNum type="arabicPeriod"/>
            </a:pPr>
            <a:r>
              <a:rPr lang="en-US" sz="2270">
                <a:solidFill>
                  <a:srgbClr val="FEFEFF"/>
                </a:solidFill>
                <a:latin typeface="Poppins"/>
                <a:ea typeface="Poppins"/>
                <a:cs typeface="Poppins"/>
                <a:sym typeface="Poppins"/>
              </a:rPr>
              <a:t>Sitemap/Userflow (struktur dan hirarki halaman yang ada dalam sebuah website atau aplikasi).</a:t>
            </a:r>
          </a:p>
        </p:txBody>
      </p:sp>
      <p:sp>
        <p:nvSpPr>
          <p:cNvPr id="43" name="TextBox 43"/>
          <p:cNvSpPr txBox="1"/>
          <p:nvPr/>
        </p:nvSpPr>
        <p:spPr>
          <a:xfrm>
            <a:off x="2687912" y="2551084"/>
            <a:ext cx="13028986" cy="840720"/>
          </a:xfrm>
          <a:prstGeom prst="rect">
            <a:avLst/>
          </a:prstGeom>
        </p:spPr>
        <p:txBody>
          <a:bodyPr lIns="0" tIns="0" rIns="0" bIns="0" rtlCol="0" anchor="t">
            <a:spAutoFit/>
          </a:bodyPr>
          <a:lstStyle/>
          <a:p>
            <a:pPr algn="l">
              <a:lnSpc>
                <a:spcPts val="6438"/>
              </a:lnSpc>
            </a:pPr>
            <a:r>
              <a:rPr lang="en-US" sz="6132" spc="122">
                <a:solidFill>
                  <a:srgbClr val="FEFEFF"/>
                </a:solidFill>
                <a:latin typeface="Norwester"/>
                <a:ea typeface="Norwester"/>
                <a:cs typeface="Norwester"/>
                <a:sym typeface="Norwester"/>
              </a:rPr>
              <a:t>USER EXPERIENCE (UX)</a:t>
            </a:r>
          </a:p>
        </p:txBody>
      </p:sp>
      <p:sp>
        <p:nvSpPr>
          <p:cNvPr id="44" name="TextBox 44"/>
          <p:cNvSpPr txBox="1"/>
          <p:nvPr/>
        </p:nvSpPr>
        <p:spPr>
          <a:xfrm>
            <a:off x="2687912" y="1902482"/>
            <a:ext cx="4207960" cy="562878"/>
          </a:xfrm>
          <a:prstGeom prst="rect">
            <a:avLst/>
          </a:prstGeom>
        </p:spPr>
        <p:txBody>
          <a:bodyPr lIns="0" tIns="0" rIns="0" bIns="0" rtlCol="0" anchor="t">
            <a:spAutoFit/>
          </a:bodyPr>
          <a:lstStyle/>
          <a:p>
            <a:pPr algn="just">
              <a:lnSpc>
                <a:spcPts val="4738"/>
              </a:lnSpc>
            </a:pPr>
            <a:r>
              <a:rPr lang="en-US" sz="2267">
                <a:solidFill>
                  <a:srgbClr val="FEFEFF"/>
                </a:solidFill>
                <a:latin typeface="Poppins"/>
                <a:ea typeface="Poppins"/>
                <a:cs typeface="Poppins"/>
                <a:sym typeface="Poppins"/>
              </a:rPr>
              <a:t>Hasil/End Produk dari</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2940"/>
        </a:solidFill>
        <a:effectLst/>
      </p:bgPr>
    </p:bg>
    <p:spTree>
      <p:nvGrpSpPr>
        <p:cNvPr id="1" name=""/>
        <p:cNvGrpSpPr/>
        <p:nvPr/>
      </p:nvGrpSpPr>
      <p:grpSpPr>
        <a:xfrm>
          <a:off x="0" y="0"/>
          <a:ext cx="0" cy="0"/>
          <a:chOff x="0" y="0"/>
          <a:chExt cx="0" cy="0"/>
        </a:xfrm>
      </p:grpSpPr>
      <p:sp>
        <p:nvSpPr>
          <p:cNvPr id="2" name="Freeform 2"/>
          <p:cNvSpPr/>
          <p:nvPr/>
        </p:nvSpPr>
        <p:spPr>
          <a:xfrm>
            <a:off x="9525"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15000"/>
            </a:blip>
            <a:stretch>
              <a:fillRect/>
            </a:stretch>
          </a:blipFill>
        </p:spPr>
      </p:sp>
      <p:grpSp>
        <p:nvGrpSpPr>
          <p:cNvPr id="3" name="Group 3"/>
          <p:cNvGrpSpPr/>
          <p:nvPr/>
        </p:nvGrpSpPr>
        <p:grpSpPr>
          <a:xfrm>
            <a:off x="7510084" y="732996"/>
            <a:ext cx="3267833" cy="591408"/>
            <a:chOff x="0" y="0"/>
            <a:chExt cx="4357110" cy="788544"/>
          </a:xfrm>
        </p:grpSpPr>
        <p:sp>
          <p:nvSpPr>
            <p:cNvPr id="4" name="Freeform 4"/>
            <p:cNvSpPr/>
            <p:nvPr/>
          </p:nvSpPr>
          <p:spPr>
            <a:xfrm>
              <a:off x="0" y="0"/>
              <a:ext cx="732988" cy="732988"/>
            </a:xfrm>
            <a:custGeom>
              <a:avLst/>
              <a:gdLst/>
              <a:ahLst/>
              <a:cxnLst/>
              <a:rect l="l" t="t" r="r" b="b"/>
              <a:pathLst>
                <a:path w="732988" h="732988">
                  <a:moveTo>
                    <a:pt x="0" y="0"/>
                  </a:moveTo>
                  <a:lnTo>
                    <a:pt x="732988" y="0"/>
                  </a:lnTo>
                  <a:lnTo>
                    <a:pt x="732988" y="732988"/>
                  </a:lnTo>
                  <a:lnTo>
                    <a:pt x="0" y="732988"/>
                  </a:lnTo>
                  <a:lnTo>
                    <a:pt x="0" y="0"/>
                  </a:lnTo>
                  <a:close/>
                </a:path>
              </a:pathLst>
            </a:custGeom>
            <a:blipFill>
              <a:blip r:embed="rId3"/>
              <a:stretch>
                <a:fillRect/>
              </a:stretch>
            </a:blipFill>
          </p:spPr>
        </p:sp>
        <p:sp>
          <p:nvSpPr>
            <p:cNvPr id="5" name="Freeform 5"/>
            <p:cNvSpPr/>
            <p:nvPr/>
          </p:nvSpPr>
          <p:spPr>
            <a:xfrm>
              <a:off x="935429" y="0"/>
              <a:ext cx="732988" cy="732988"/>
            </a:xfrm>
            <a:custGeom>
              <a:avLst/>
              <a:gdLst/>
              <a:ahLst/>
              <a:cxnLst/>
              <a:rect l="l" t="t" r="r" b="b"/>
              <a:pathLst>
                <a:path w="732988" h="732988">
                  <a:moveTo>
                    <a:pt x="0" y="0"/>
                  </a:moveTo>
                  <a:lnTo>
                    <a:pt x="732988" y="0"/>
                  </a:lnTo>
                  <a:lnTo>
                    <a:pt x="732988" y="732988"/>
                  </a:lnTo>
                  <a:lnTo>
                    <a:pt x="0" y="732988"/>
                  </a:lnTo>
                  <a:lnTo>
                    <a:pt x="0" y="0"/>
                  </a:lnTo>
                  <a:close/>
                </a:path>
              </a:pathLst>
            </a:custGeom>
            <a:blipFill>
              <a:blip r:embed="rId4"/>
              <a:stretch>
                <a:fillRect/>
              </a:stretch>
            </a:blipFill>
          </p:spPr>
        </p:sp>
        <p:sp>
          <p:nvSpPr>
            <p:cNvPr id="6" name="Freeform 6"/>
            <p:cNvSpPr/>
            <p:nvPr/>
          </p:nvSpPr>
          <p:spPr>
            <a:xfrm>
              <a:off x="1872405" y="55556"/>
              <a:ext cx="2484706" cy="732988"/>
            </a:xfrm>
            <a:custGeom>
              <a:avLst/>
              <a:gdLst/>
              <a:ahLst/>
              <a:cxnLst/>
              <a:rect l="l" t="t" r="r" b="b"/>
              <a:pathLst>
                <a:path w="2484706" h="732988">
                  <a:moveTo>
                    <a:pt x="0" y="0"/>
                  </a:moveTo>
                  <a:lnTo>
                    <a:pt x="2484705" y="0"/>
                  </a:lnTo>
                  <a:lnTo>
                    <a:pt x="2484705" y="732988"/>
                  </a:lnTo>
                  <a:lnTo>
                    <a:pt x="0" y="732988"/>
                  </a:lnTo>
                  <a:lnTo>
                    <a:pt x="0" y="0"/>
                  </a:lnTo>
                  <a:close/>
                </a:path>
              </a:pathLst>
            </a:custGeom>
            <a:blipFill>
              <a:blip r:embed="rId5"/>
              <a:stretch>
                <a:fillRect/>
              </a:stretch>
            </a:blipFill>
          </p:spPr>
        </p:sp>
      </p:grpSp>
      <p:grpSp>
        <p:nvGrpSpPr>
          <p:cNvPr id="7" name="Group 7"/>
          <p:cNvGrpSpPr/>
          <p:nvPr/>
        </p:nvGrpSpPr>
        <p:grpSpPr>
          <a:xfrm>
            <a:off x="13819395" y="-1307921"/>
            <a:ext cx="7040355" cy="6307586"/>
            <a:chOff x="0" y="0"/>
            <a:chExt cx="9387141" cy="8410115"/>
          </a:xfrm>
        </p:grpSpPr>
        <p:grpSp>
          <p:nvGrpSpPr>
            <p:cNvPr id="8" name="Group 8"/>
            <p:cNvGrpSpPr/>
            <p:nvPr/>
          </p:nvGrpSpPr>
          <p:grpSpPr>
            <a:xfrm>
              <a:off x="4693570" y="0"/>
              <a:ext cx="4693570" cy="8410115"/>
              <a:chOff x="0" y="0"/>
              <a:chExt cx="948267" cy="1699140"/>
            </a:xfrm>
          </p:grpSpPr>
          <p:sp>
            <p:nvSpPr>
              <p:cNvPr id="9" name="Freeform 9"/>
              <p:cNvSpPr/>
              <p:nvPr/>
            </p:nvSpPr>
            <p:spPr>
              <a:xfrm>
                <a:off x="0" y="0"/>
                <a:ext cx="948267" cy="1699140"/>
              </a:xfrm>
              <a:custGeom>
                <a:avLst/>
                <a:gdLst/>
                <a:ahLst/>
                <a:cxnLst/>
                <a:rect l="l" t="t" r="r" b="b"/>
                <a:pathLst>
                  <a:path w="948267" h="1699140">
                    <a:moveTo>
                      <a:pt x="0" y="849570"/>
                    </a:moveTo>
                    <a:lnTo>
                      <a:pt x="406400" y="0"/>
                    </a:lnTo>
                    <a:lnTo>
                      <a:pt x="406400" y="203200"/>
                    </a:lnTo>
                    <a:lnTo>
                      <a:pt x="948267" y="203200"/>
                    </a:lnTo>
                    <a:lnTo>
                      <a:pt x="948267" y="1495940"/>
                    </a:lnTo>
                    <a:lnTo>
                      <a:pt x="406400" y="1495940"/>
                    </a:lnTo>
                    <a:lnTo>
                      <a:pt x="406400" y="1699140"/>
                    </a:lnTo>
                    <a:lnTo>
                      <a:pt x="0" y="849570"/>
                    </a:lnTo>
                    <a:close/>
                  </a:path>
                </a:pathLst>
              </a:custGeom>
              <a:gradFill rotWithShape="1">
                <a:gsLst>
                  <a:gs pos="0">
                    <a:srgbClr val="CDFFD8">
                      <a:alpha val="100000"/>
                    </a:srgbClr>
                  </a:gs>
                  <a:gs pos="100000">
                    <a:srgbClr val="94B9FF">
                      <a:alpha val="100000"/>
                    </a:srgbClr>
                  </a:gs>
                </a:gsLst>
                <a:lin ang="0"/>
              </a:gradFill>
            </p:spPr>
          </p:sp>
          <p:sp>
            <p:nvSpPr>
              <p:cNvPr id="10" name="TextBox 10"/>
              <p:cNvSpPr txBox="1"/>
              <p:nvPr/>
            </p:nvSpPr>
            <p:spPr>
              <a:xfrm>
                <a:off x="101600" y="146050"/>
                <a:ext cx="846667" cy="1349890"/>
              </a:xfrm>
              <a:prstGeom prst="rect">
                <a:avLst/>
              </a:prstGeom>
            </p:spPr>
            <p:txBody>
              <a:bodyPr lIns="50800" tIns="50800" rIns="50800" bIns="50800" rtlCol="0" anchor="ctr"/>
              <a:lstStyle/>
              <a:p>
                <a:pPr algn="ctr">
                  <a:lnSpc>
                    <a:spcPts val="2486"/>
                  </a:lnSpc>
                </a:pPr>
                <a:endParaRPr/>
              </a:p>
            </p:txBody>
          </p:sp>
        </p:grpSp>
        <p:grpSp>
          <p:nvGrpSpPr>
            <p:cNvPr id="11" name="Group 11"/>
            <p:cNvGrpSpPr/>
            <p:nvPr/>
          </p:nvGrpSpPr>
          <p:grpSpPr>
            <a:xfrm>
              <a:off x="2682040" y="2390174"/>
              <a:ext cx="4023060" cy="1814884"/>
              <a:chOff x="0" y="0"/>
              <a:chExt cx="812800" cy="366671"/>
            </a:xfrm>
          </p:grpSpPr>
          <p:sp>
            <p:nvSpPr>
              <p:cNvPr id="12" name="Freeform 12"/>
              <p:cNvSpPr/>
              <p:nvPr/>
            </p:nvSpPr>
            <p:spPr>
              <a:xfrm>
                <a:off x="0" y="0"/>
                <a:ext cx="812800" cy="366671"/>
              </a:xfrm>
              <a:custGeom>
                <a:avLst/>
                <a:gdLst/>
                <a:ahLst/>
                <a:cxnLst/>
                <a:rect l="l" t="t" r="r" b="b"/>
                <a:pathLst>
                  <a:path w="812800" h="366671">
                    <a:moveTo>
                      <a:pt x="609600" y="0"/>
                    </a:moveTo>
                    <a:lnTo>
                      <a:pt x="0" y="0"/>
                    </a:lnTo>
                    <a:lnTo>
                      <a:pt x="203200" y="366671"/>
                    </a:lnTo>
                    <a:lnTo>
                      <a:pt x="812800" y="366671"/>
                    </a:lnTo>
                    <a:lnTo>
                      <a:pt x="609600" y="0"/>
                    </a:lnTo>
                    <a:close/>
                  </a:path>
                </a:pathLst>
              </a:custGeom>
              <a:solidFill>
                <a:srgbClr val="144D5F"/>
              </a:solidFill>
            </p:spPr>
          </p:sp>
          <p:sp>
            <p:nvSpPr>
              <p:cNvPr id="13" name="TextBox 13"/>
              <p:cNvSpPr txBox="1"/>
              <p:nvPr/>
            </p:nvSpPr>
            <p:spPr>
              <a:xfrm>
                <a:off x="101600" y="-57150"/>
                <a:ext cx="609600" cy="423821"/>
              </a:xfrm>
              <a:prstGeom prst="rect">
                <a:avLst/>
              </a:prstGeom>
            </p:spPr>
            <p:txBody>
              <a:bodyPr lIns="50800" tIns="50800" rIns="50800" bIns="50800" rtlCol="0" anchor="ctr"/>
              <a:lstStyle/>
              <a:p>
                <a:pPr algn="ctr">
                  <a:lnSpc>
                    <a:spcPts val="2486"/>
                  </a:lnSpc>
                </a:pPr>
                <a:endParaRPr/>
              </a:p>
            </p:txBody>
          </p:sp>
        </p:grpSp>
        <p:grpSp>
          <p:nvGrpSpPr>
            <p:cNvPr id="14" name="Group 14"/>
            <p:cNvGrpSpPr/>
            <p:nvPr/>
          </p:nvGrpSpPr>
          <p:grpSpPr>
            <a:xfrm>
              <a:off x="0" y="500864"/>
              <a:ext cx="7716008" cy="2011530"/>
              <a:chOff x="0" y="0"/>
              <a:chExt cx="1558906" cy="406400"/>
            </a:xfrm>
          </p:grpSpPr>
          <p:sp>
            <p:nvSpPr>
              <p:cNvPr id="15" name="Freeform 15"/>
              <p:cNvSpPr/>
              <p:nvPr/>
            </p:nvSpPr>
            <p:spPr>
              <a:xfrm>
                <a:off x="0" y="0"/>
                <a:ext cx="1558906" cy="406400"/>
              </a:xfrm>
              <a:custGeom>
                <a:avLst/>
                <a:gdLst/>
                <a:ahLst/>
                <a:cxnLst/>
                <a:rect l="l" t="t" r="r" b="b"/>
                <a:pathLst>
                  <a:path w="1558906" h="406400">
                    <a:moveTo>
                      <a:pt x="1355706" y="0"/>
                    </a:moveTo>
                    <a:cubicBezTo>
                      <a:pt x="1467930" y="0"/>
                      <a:pt x="1558906" y="90976"/>
                      <a:pt x="1558906" y="203200"/>
                    </a:cubicBezTo>
                    <a:cubicBezTo>
                      <a:pt x="1558906" y="315424"/>
                      <a:pt x="1467930" y="406400"/>
                      <a:pt x="1355706" y="406400"/>
                    </a:cubicBezTo>
                    <a:lnTo>
                      <a:pt x="203200" y="406400"/>
                    </a:lnTo>
                    <a:cubicBezTo>
                      <a:pt x="90976" y="406400"/>
                      <a:pt x="0" y="315424"/>
                      <a:pt x="0" y="203200"/>
                    </a:cubicBezTo>
                    <a:cubicBezTo>
                      <a:pt x="0" y="90976"/>
                      <a:pt x="90976" y="0"/>
                      <a:pt x="203200" y="0"/>
                    </a:cubicBezTo>
                    <a:close/>
                  </a:path>
                </a:pathLst>
              </a:custGeom>
              <a:solidFill>
                <a:srgbClr val="46A0B1"/>
              </a:solidFill>
            </p:spPr>
          </p:sp>
          <p:sp>
            <p:nvSpPr>
              <p:cNvPr id="16" name="TextBox 16"/>
              <p:cNvSpPr txBox="1"/>
              <p:nvPr/>
            </p:nvSpPr>
            <p:spPr>
              <a:xfrm>
                <a:off x="0" y="-57150"/>
                <a:ext cx="1558906" cy="463550"/>
              </a:xfrm>
              <a:prstGeom prst="rect">
                <a:avLst/>
              </a:prstGeom>
            </p:spPr>
            <p:txBody>
              <a:bodyPr lIns="50800" tIns="50800" rIns="50800" bIns="50800" rtlCol="0" anchor="ctr"/>
              <a:lstStyle/>
              <a:p>
                <a:pPr algn="ctr">
                  <a:lnSpc>
                    <a:spcPts val="2486"/>
                  </a:lnSpc>
                </a:pPr>
                <a:endParaRPr/>
              </a:p>
            </p:txBody>
          </p:sp>
        </p:grpSp>
        <p:grpSp>
          <p:nvGrpSpPr>
            <p:cNvPr id="17" name="Group 17"/>
            <p:cNvGrpSpPr/>
            <p:nvPr/>
          </p:nvGrpSpPr>
          <p:grpSpPr>
            <a:xfrm>
              <a:off x="4693570" y="181997"/>
              <a:ext cx="4023060" cy="4023060"/>
              <a:chOff x="0" y="0"/>
              <a:chExt cx="812800" cy="812800"/>
            </a:xfrm>
          </p:grpSpPr>
          <p:sp>
            <p:nvSpPr>
              <p:cNvPr id="18" name="Freeform 18"/>
              <p:cNvSpPr/>
              <p:nvPr/>
            </p:nvSpPr>
            <p:spPr>
              <a:xfrm>
                <a:off x="0" y="0"/>
                <a:ext cx="812800" cy="812800"/>
              </a:xfrm>
              <a:custGeom>
                <a:avLst/>
                <a:gdLst/>
                <a:ahLst/>
                <a:cxnLst/>
                <a:rect l="l" t="t" r="r" b="b"/>
                <a:pathLst>
                  <a:path w="812800" h="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46A0B1"/>
              </a:solidFill>
            </p:spPr>
          </p:sp>
          <p:sp>
            <p:nvSpPr>
              <p:cNvPr id="19" name="TextBox 19"/>
              <p:cNvSpPr txBox="1"/>
              <p:nvPr/>
            </p:nvSpPr>
            <p:spPr>
              <a:xfrm>
                <a:off x="203200" y="-57150"/>
                <a:ext cx="406400" cy="768350"/>
              </a:xfrm>
              <a:prstGeom prst="rect">
                <a:avLst/>
              </a:prstGeom>
            </p:spPr>
            <p:txBody>
              <a:bodyPr lIns="50800" tIns="50800" rIns="50800" bIns="50800" rtlCol="0" anchor="ctr"/>
              <a:lstStyle/>
              <a:p>
                <a:pPr algn="ctr">
                  <a:lnSpc>
                    <a:spcPts val="2486"/>
                  </a:lnSpc>
                </a:pPr>
                <a:endParaRPr/>
              </a:p>
            </p:txBody>
          </p:sp>
        </p:grpSp>
        <p:grpSp>
          <p:nvGrpSpPr>
            <p:cNvPr id="20" name="Group 20"/>
            <p:cNvGrpSpPr/>
            <p:nvPr/>
          </p:nvGrpSpPr>
          <p:grpSpPr>
            <a:xfrm rot="-421994">
              <a:off x="1547198" y="1087681"/>
              <a:ext cx="3507933" cy="5261900"/>
              <a:chOff x="0" y="0"/>
              <a:chExt cx="406400" cy="609600"/>
            </a:xfrm>
          </p:grpSpPr>
          <p:sp>
            <p:nvSpPr>
              <p:cNvPr id="21" name="Freeform 21"/>
              <p:cNvSpPr/>
              <p:nvPr/>
            </p:nvSpPr>
            <p:spPr>
              <a:xfrm>
                <a:off x="0" y="0"/>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gradFill rotWithShape="1">
                <a:gsLst>
                  <a:gs pos="0">
                    <a:srgbClr val="CDFFD8">
                      <a:alpha val="60000"/>
                    </a:srgbClr>
                  </a:gs>
                  <a:gs pos="100000">
                    <a:srgbClr val="94B9FF">
                      <a:alpha val="60000"/>
                    </a:srgbClr>
                  </a:gs>
                </a:gsLst>
                <a:lin ang="0"/>
              </a:gradFill>
            </p:spPr>
          </p:sp>
          <p:sp>
            <p:nvSpPr>
              <p:cNvPr id="22" name="TextBox 22"/>
              <p:cNvSpPr txBox="1"/>
              <p:nvPr/>
            </p:nvSpPr>
            <p:spPr>
              <a:xfrm>
                <a:off x="101600" y="-57150"/>
                <a:ext cx="203200" cy="666750"/>
              </a:xfrm>
              <a:prstGeom prst="rect">
                <a:avLst/>
              </a:prstGeom>
            </p:spPr>
            <p:txBody>
              <a:bodyPr lIns="50800" tIns="50800" rIns="50800" bIns="50800" rtlCol="0" anchor="ctr"/>
              <a:lstStyle/>
              <a:p>
                <a:pPr algn="ctr">
                  <a:lnSpc>
                    <a:spcPts val="2486"/>
                  </a:lnSpc>
                </a:pPr>
                <a:endParaRPr/>
              </a:p>
            </p:txBody>
          </p:sp>
        </p:grpSp>
      </p:grpSp>
      <p:grpSp>
        <p:nvGrpSpPr>
          <p:cNvPr id="23" name="Group 23"/>
          <p:cNvGrpSpPr/>
          <p:nvPr/>
        </p:nvGrpSpPr>
        <p:grpSpPr>
          <a:xfrm>
            <a:off x="-1705191" y="6469644"/>
            <a:ext cx="5713901" cy="4834459"/>
            <a:chOff x="0" y="0"/>
            <a:chExt cx="7618535" cy="6445946"/>
          </a:xfrm>
        </p:grpSpPr>
        <p:grpSp>
          <p:nvGrpSpPr>
            <p:cNvPr id="24" name="Group 24"/>
            <p:cNvGrpSpPr/>
            <p:nvPr/>
          </p:nvGrpSpPr>
          <p:grpSpPr>
            <a:xfrm>
              <a:off x="0" y="0"/>
              <a:ext cx="3516247" cy="6084231"/>
              <a:chOff x="0" y="0"/>
              <a:chExt cx="812800" cy="1406404"/>
            </a:xfrm>
          </p:grpSpPr>
          <p:sp>
            <p:nvSpPr>
              <p:cNvPr id="25" name="Freeform 25"/>
              <p:cNvSpPr/>
              <p:nvPr/>
            </p:nvSpPr>
            <p:spPr>
              <a:xfrm>
                <a:off x="0" y="0"/>
                <a:ext cx="812800" cy="1406404"/>
              </a:xfrm>
              <a:custGeom>
                <a:avLst/>
                <a:gdLst/>
                <a:ahLst/>
                <a:cxnLst/>
                <a:rect l="l" t="t" r="r" b="b"/>
                <a:pathLst>
                  <a:path w="812800" h="1406404">
                    <a:moveTo>
                      <a:pt x="812800" y="703202"/>
                    </a:moveTo>
                    <a:lnTo>
                      <a:pt x="406400" y="0"/>
                    </a:lnTo>
                    <a:lnTo>
                      <a:pt x="406400" y="203200"/>
                    </a:lnTo>
                    <a:lnTo>
                      <a:pt x="0" y="203200"/>
                    </a:lnTo>
                    <a:lnTo>
                      <a:pt x="0" y="1203204"/>
                    </a:lnTo>
                    <a:lnTo>
                      <a:pt x="406400" y="1203204"/>
                    </a:lnTo>
                    <a:lnTo>
                      <a:pt x="406400" y="1406404"/>
                    </a:lnTo>
                    <a:lnTo>
                      <a:pt x="812800" y="703202"/>
                    </a:lnTo>
                    <a:close/>
                  </a:path>
                </a:pathLst>
              </a:custGeom>
              <a:gradFill rotWithShape="1">
                <a:gsLst>
                  <a:gs pos="0">
                    <a:srgbClr val="CDFFD8">
                      <a:alpha val="100000"/>
                    </a:srgbClr>
                  </a:gs>
                  <a:gs pos="100000">
                    <a:srgbClr val="94B9FF">
                      <a:alpha val="100000"/>
                    </a:srgbClr>
                  </a:gs>
                </a:gsLst>
                <a:lin ang="0"/>
              </a:gradFill>
            </p:spPr>
          </p:sp>
          <p:sp>
            <p:nvSpPr>
              <p:cNvPr id="26" name="TextBox 26"/>
              <p:cNvSpPr txBox="1"/>
              <p:nvPr/>
            </p:nvSpPr>
            <p:spPr>
              <a:xfrm>
                <a:off x="0" y="146050"/>
                <a:ext cx="711200" cy="1057154"/>
              </a:xfrm>
              <a:prstGeom prst="rect">
                <a:avLst/>
              </a:prstGeom>
            </p:spPr>
            <p:txBody>
              <a:bodyPr lIns="50800" tIns="50800" rIns="50800" bIns="50800" rtlCol="0" anchor="ctr"/>
              <a:lstStyle/>
              <a:p>
                <a:pPr algn="ctr">
                  <a:lnSpc>
                    <a:spcPts val="2486"/>
                  </a:lnSpc>
                </a:pPr>
                <a:endParaRPr/>
              </a:p>
            </p:txBody>
          </p:sp>
        </p:grpSp>
        <p:grpSp>
          <p:nvGrpSpPr>
            <p:cNvPr id="27" name="Group 27"/>
            <p:cNvGrpSpPr/>
            <p:nvPr/>
          </p:nvGrpSpPr>
          <p:grpSpPr>
            <a:xfrm>
              <a:off x="1758123" y="3007515"/>
              <a:ext cx="3516247" cy="2637185"/>
              <a:chOff x="0" y="0"/>
              <a:chExt cx="812800" cy="609600"/>
            </a:xfrm>
          </p:grpSpPr>
          <p:sp>
            <p:nvSpPr>
              <p:cNvPr id="28" name="Freeform 28"/>
              <p:cNvSpPr/>
              <p:nvPr/>
            </p:nvSpPr>
            <p:spPr>
              <a:xfrm>
                <a:off x="0" y="0"/>
                <a:ext cx="812800" cy="609600"/>
              </a:xfrm>
              <a:custGeom>
                <a:avLst/>
                <a:gdLst/>
                <a:ahLst/>
                <a:cxnLst/>
                <a:rect l="l" t="t" r="r" b="b"/>
                <a:pathLst>
                  <a:path w="812800" h="609600">
                    <a:moveTo>
                      <a:pt x="609600" y="0"/>
                    </a:moveTo>
                    <a:lnTo>
                      <a:pt x="0" y="0"/>
                    </a:lnTo>
                    <a:lnTo>
                      <a:pt x="203200" y="609600"/>
                    </a:lnTo>
                    <a:lnTo>
                      <a:pt x="812800" y="609600"/>
                    </a:lnTo>
                    <a:lnTo>
                      <a:pt x="609600" y="0"/>
                    </a:lnTo>
                    <a:close/>
                  </a:path>
                </a:pathLst>
              </a:custGeom>
              <a:solidFill>
                <a:srgbClr val="144D5F"/>
              </a:solidFill>
            </p:spPr>
          </p:sp>
          <p:sp>
            <p:nvSpPr>
              <p:cNvPr id="29" name="TextBox 29"/>
              <p:cNvSpPr txBox="1"/>
              <p:nvPr/>
            </p:nvSpPr>
            <p:spPr>
              <a:xfrm>
                <a:off x="101600" y="-57150"/>
                <a:ext cx="609600" cy="666750"/>
              </a:xfrm>
              <a:prstGeom prst="rect">
                <a:avLst/>
              </a:prstGeom>
            </p:spPr>
            <p:txBody>
              <a:bodyPr lIns="50800" tIns="50800" rIns="50800" bIns="50800" rtlCol="0" anchor="ctr"/>
              <a:lstStyle/>
              <a:p>
                <a:pPr algn="ctr">
                  <a:lnSpc>
                    <a:spcPts val="2486"/>
                  </a:lnSpc>
                </a:pPr>
                <a:endParaRPr/>
              </a:p>
            </p:txBody>
          </p:sp>
        </p:grpSp>
        <p:grpSp>
          <p:nvGrpSpPr>
            <p:cNvPr id="30" name="Group 30"/>
            <p:cNvGrpSpPr/>
            <p:nvPr/>
          </p:nvGrpSpPr>
          <p:grpSpPr>
            <a:xfrm>
              <a:off x="435526" y="4326107"/>
              <a:ext cx="7183009" cy="1758123"/>
              <a:chOff x="0" y="0"/>
              <a:chExt cx="1660392" cy="406400"/>
            </a:xfrm>
          </p:grpSpPr>
          <p:sp>
            <p:nvSpPr>
              <p:cNvPr id="31" name="Freeform 31"/>
              <p:cNvSpPr/>
              <p:nvPr/>
            </p:nvSpPr>
            <p:spPr>
              <a:xfrm>
                <a:off x="0" y="0"/>
                <a:ext cx="1660392" cy="406400"/>
              </a:xfrm>
              <a:custGeom>
                <a:avLst/>
                <a:gdLst/>
                <a:ahLst/>
                <a:cxnLst/>
                <a:rect l="l" t="t" r="r" b="b"/>
                <a:pathLst>
                  <a:path w="1660392" h="406400">
                    <a:moveTo>
                      <a:pt x="1457192" y="0"/>
                    </a:moveTo>
                    <a:cubicBezTo>
                      <a:pt x="1569417" y="0"/>
                      <a:pt x="1660392" y="90976"/>
                      <a:pt x="1660392" y="203200"/>
                    </a:cubicBezTo>
                    <a:cubicBezTo>
                      <a:pt x="1660392" y="315424"/>
                      <a:pt x="1569417" y="406400"/>
                      <a:pt x="1457192" y="406400"/>
                    </a:cubicBezTo>
                    <a:lnTo>
                      <a:pt x="203200" y="406400"/>
                    </a:lnTo>
                    <a:cubicBezTo>
                      <a:pt x="90976" y="406400"/>
                      <a:pt x="0" y="315424"/>
                      <a:pt x="0" y="203200"/>
                    </a:cubicBezTo>
                    <a:cubicBezTo>
                      <a:pt x="0" y="90976"/>
                      <a:pt x="90976" y="0"/>
                      <a:pt x="203200" y="0"/>
                    </a:cubicBezTo>
                    <a:close/>
                  </a:path>
                </a:pathLst>
              </a:custGeom>
              <a:solidFill>
                <a:srgbClr val="46A0B1"/>
              </a:solidFill>
            </p:spPr>
          </p:sp>
          <p:sp>
            <p:nvSpPr>
              <p:cNvPr id="32" name="TextBox 32"/>
              <p:cNvSpPr txBox="1"/>
              <p:nvPr/>
            </p:nvSpPr>
            <p:spPr>
              <a:xfrm>
                <a:off x="0" y="-57150"/>
                <a:ext cx="1660392" cy="463550"/>
              </a:xfrm>
              <a:prstGeom prst="rect">
                <a:avLst/>
              </a:prstGeom>
            </p:spPr>
            <p:txBody>
              <a:bodyPr lIns="50800" tIns="50800" rIns="50800" bIns="50800" rtlCol="0" anchor="ctr"/>
              <a:lstStyle/>
              <a:p>
                <a:pPr algn="ctr">
                  <a:lnSpc>
                    <a:spcPts val="2486"/>
                  </a:lnSpc>
                </a:pPr>
                <a:endParaRPr/>
              </a:p>
            </p:txBody>
          </p:sp>
        </p:grpSp>
        <p:grpSp>
          <p:nvGrpSpPr>
            <p:cNvPr id="33" name="Group 33"/>
            <p:cNvGrpSpPr/>
            <p:nvPr/>
          </p:nvGrpSpPr>
          <p:grpSpPr>
            <a:xfrm>
              <a:off x="0" y="2929699"/>
              <a:ext cx="3516247" cy="3516247"/>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lnTo>
                      <a:pt x="0" y="406400"/>
                    </a:lnTo>
                    <a:lnTo>
                      <a:pt x="203200" y="406400"/>
                    </a:lnTo>
                    <a:lnTo>
                      <a:pt x="203200" y="812800"/>
                    </a:lnTo>
                    <a:lnTo>
                      <a:pt x="609600" y="812800"/>
                    </a:lnTo>
                    <a:lnTo>
                      <a:pt x="609600" y="406400"/>
                    </a:lnTo>
                    <a:lnTo>
                      <a:pt x="812800" y="406400"/>
                    </a:lnTo>
                    <a:lnTo>
                      <a:pt x="406400" y="0"/>
                    </a:lnTo>
                    <a:close/>
                  </a:path>
                </a:pathLst>
              </a:custGeom>
              <a:solidFill>
                <a:srgbClr val="46A0B1"/>
              </a:solidFill>
            </p:spPr>
          </p:sp>
          <p:sp>
            <p:nvSpPr>
              <p:cNvPr id="35" name="TextBox 35"/>
              <p:cNvSpPr txBox="1"/>
              <p:nvPr/>
            </p:nvSpPr>
            <p:spPr>
              <a:xfrm>
                <a:off x="203200" y="44450"/>
                <a:ext cx="406400" cy="768350"/>
              </a:xfrm>
              <a:prstGeom prst="rect">
                <a:avLst/>
              </a:prstGeom>
            </p:spPr>
            <p:txBody>
              <a:bodyPr lIns="50800" tIns="50800" rIns="50800" bIns="50800" rtlCol="0" anchor="ctr"/>
              <a:lstStyle/>
              <a:p>
                <a:pPr algn="ctr">
                  <a:lnSpc>
                    <a:spcPts val="2486"/>
                  </a:lnSpc>
                </a:pPr>
                <a:endParaRPr/>
              </a:p>
            </p:txBody>
          </p:sp>
        </p:grpSp>
        <p:grpSp>
          <p:nvGrpSpPr>
            <p:cNvPr id="36" name="Group 36"/>
            <p:cNvGrpSpPr/>
            <p:nvPr/>
          </p:nvGrpSpPr>
          <p:grpSpPr>
            <a:xfrm rot="-729709">
              <a:off x="3337933" y="1236507"/>
              <a:ext cx="3066014" cy="4599021"/>
              <a:chOff x="0" y="0"/>
              <a:chExt cx="406400" cy="609600"/>
            </a:xfrm>
          </p:grpSpPr>
          <p:sp>
            <p:nvSpPr>
              <p:cNvPr id="37" name="Freeform 37"/>
              <p:cNvSpPr/>
              <p:nvPr/>
            </p:nvSpPr>
            <p:spPr>
              <a:xfrm>
                <a:off x="0" y="0"/>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gradFill rotWithShape="1">
                <a:gsLst>
                  <a:gs pos="0">
                    <a:srgbClr val="CDFFD8">
                      <a:alpha val="60000"/>
                    </a:srgbClr>
                  </a:gs>
                  <a:gs pos="100000">
                    <a:srgbClr val="94B9FF">
                      <a:alpha val="60000"/>
                    </a:srgbClr>
                  </a:gs>
                </a:gsLst>
                <a:lin ang="0"/>
              </a:gradFill>
            </p:spPr>
          </p:sp>
          <p:sp>
            <p:nvSpPr>
              <p:cNvPr id="38" name="TextBox 38"/>
              <p:cNvSpPr txBox="1"/>
              <p:nvPr/>
            </p:nvSpPr>
            <p:spPr>
              <a:xfrm>
                <a:off x="101600" y="-57150"/>
                <a:ext cx="203200" cy="666750"/>
              </a:xfrm>
              <a:prstGeom prst="rect">
                <a:avLst/>
              </a:prstGeom>
            </p:spPr>
            <p:txBody>
              <a:bodyPr lIns="50800" tIns="50800" rIns="50800" bIns="50800" rtlCol="0" anchor="ctr"/>
              <a:lstStyle/>
              <a:p>
                <a:pPr algn="ctr">
                  <a:lnSpc>
                    <a:spcPts val="2486"/>
                  </a:lnSpc>
                </a:pPr>
                <a:endParaRPr/>
              </a:p>
            </p:txBody>
          </p:sp>
        </p:grpSp>
      </p:grpSp>
      <p:sp>
        <p:nvSpPr>
          <p:cNvPr id="39" name="Freeform 39"/>
          <p:cNvSpPr/>
          <p:nvPr/>
        </p:nvSpPr>
        <p:spPr>
          <a:xfrm>
            <a:off x="15245913" y="9258300"/>
            <a:ext cx="2595326" cy="648832"/>
          </a:xfrm>
          <a:custGeom>
            <a:avLst/>
            <a:gdLst/>
            <a:ahLst/>
            <a:cxnLst/>
            <a:rect l="l" t="t" r="r" b="b"/>
            <a:pathLst>
              <a:path w="2595326" h="648832">
                <a:moveTo>
                  <a:pt x="0" y="0"/>
                </a:moveTo>
                <a:lnTo>
                  <a:pt x="2595326" y="0"/>
                </a:lnTo>
                <a:lnTo>
                  <a:pt x="2595326" y="648832"/>
                </a:lnTo>
                <a:lnTo>
                  <a:pt x="0" y="648832"/>
                </a:lnTo>
                <a:lnTo>
                  <a:pt x="0" y="0"/>
                </a:lnTo>
                <a:close/>
              </a:path>
            </a:pathLst>
          </a:custGeom>
          <a:blipFill>
            <a:blip r:embed="rId6"/>
            <a:stretch>
              <a:fillRect/>
            </a:stretch>
          </a:blipFill>
        </p:spPr>
      </p:sp>
      <p:graphicFrame>
        <p:nvGraphicFramePr>
          <p:cNvPr id="40" name="Table 40"/>
          <p:cNvGraphicFramePr>
            <a:graphicFrameLocks noGrp="1"/>
          </p:cNvGraphicFramePr>
          <p:nvPr/>
        </p:nvGraphicFramePr>
        <p:xfrm>
          <a:off x="2687912" y="3454464"/>
          <a:ext cx="13028987" cy="5216938"/>
        </p:xfrm>
        <a:graphic>
          <a:graphicData uri="http://schemas.openxmlformats.org/drawingml/2006/table">
            <a:tbl>
              <a:tblPr/>
              <a:tblGrid>
                <a:gridCol w="1290607">
                  <a:extLst>
                    <a:ext uri="{9D8B030D-6E8A-4147-A177-3AD203B41FA5}">
                      <a16:colId xmlns:a16="http://schemas.microsoft.com/office/drawing/2014/main" val="20000"/>
                    </a:ext>
                  </a:extLst>
                </a:gridCol>
                <a:gridCol w="5869190">
                  <a:extLst>
                    <a:ext uri="{9D8B030D-6E8A-4147-A177-3AD203B41FA5}">
                      <a16:colId xmlns:a16="http://schemas.microsoft.com/office/drawing/2014/main" val="20001"/>
                    </a:ext>
                  </a:extLst>
                </a:gridCol>
                <a:gridCol w="5869190">
                  <a:extLst>
                    <a:ext uri="{9D8B030D-6E8A-4147-A177-3AD203B41FA5}">
                      <a16:colId xmlns:a16="http://schemas.microsoft.com/office/drawing/2014/main" val="20002"/>
                    </a:ext>
                  </a:extLst>
                </a:gridCol>
              </a:tblGrid>
              <a:tr h="1043081">
                <a:tc>
                  <a:txBody>
                    <a:bodyPr/>
                    <a:lstStyle/>
                    <a:p>
                      <a:pPr algn="ctr">
                        <a:lnSpc>
                          <a:spcPts val="2800"/>
                        </a:lnSpc>
                        <a:defRPr/>
                      </a:pP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800"/>
                        </a:lnSpc>
                        <a:defRPr/>
                      </a:pPr>
                      <a:r>
                        <a:rPr lang="en-US" sz="2000" b="1">
                          <a:solidFill>
                            <a:srgbClr val="FFFFFF"/>
                          </a:solidFill>
                          <a:latin typeface="Inter Bold"/>
                          <a:ea typeface="Inter Bold"/>
                          <a:cs typeface="Inter Bold"/>
                          <a:sym typeface="Inter Bold"/>
                        </a:rPr>
                        <a:t>User Interface (UI)</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800"/>
                        </a:lnSpc>
                        <a:defRPr/>
                      </a:pPr>
                      <a:r>
                        <a:rPr lang="en-US" sz="2000" b="1">
                          <a:solidFill>
                            <a:srgbClr val="FFFFFF"/>
                          </a:solidFill>
                          <a:latin typeface="Inter Bold"/>
                          <a:ea typeface="Inter Bold"/>
                          <a:cs typeface="Inter Bold"/>
                          <a:sym typeface="Inter Bold"/>
                        </a:rPr>
                        <a:t>User Experience (UX)</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0"/>
                  </a:ext>
                </a:extLst>
              </a:tr>
              <a:tr h="1093838">
                <a:tc>
                  <a:txBody>
                    <a:bodyPr/>
                    <a:lstStyle/>
                    <a:p>
                      <a:pPr algn="ctr">
                        <a:lnSpc>
                          <a:spcPts val="2800"/>
                        </a:lnSpc>
                        <a:defRPr/>
                      </a:pPr>
                      <a:r>
                        <a:rPr lang="en-US" sz="2000">
                          <a:solidFill>
                            <a:srgbClr val="FFFFFF"/>
                          </a:solidFill>
                          <a:latin typeface="Inter"/>
                          <a:ea typeface="Inter"/>
                          <a:cs typeface="Inter"/>
                          <a:sym typeface="Inter"/>
                        </a:rPr>
                        <a:t>1</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373"/>
                        </a:lnSpc>
                        <a:defRPr/>
                      </a:pPr>
                      <a:r>
                        <a:rPr lang="en-US" sz="1695">
                          <a:solidFill>
                            <a:srgbClr val="FFFFFF"/>
                          </a:solidFill>
                          <a:latin typeface="Inter"/>
                          <a:ea typeface="Inter"/>
                          <a:cs typeface="Inter"/>
                          <a:sym typeface="Inter"/>
                        </a:rPr>
                        <a:t>Berkaitan dengan kualitas visual yang dimiliki suatu produk.</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373"/>
                        </a:lnSpc>
                        <a:defRPr/>
                      </a:pPr>
                      <a:r>
                        <a:rPr lang="en-US" sz="1695">
                          <a:solidFill>
                            <a:srgbClr val="FFFFFF"/>
                          </a:solidFill>
                          <a:latin typeface="Inter"/>
                          <a:ea typeface="Inter"/>
                          <a:cs typeface="Inter"/>
                          <a:sym typeface="Inter"/>
                        </a:rPr>
                        <a:t>Berkaitan dengan tujuan dan fungsionalitas produk</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r h="1688733">
                <a:tc>
                  <a:txBody>
                    <a:bodyPr/>
                    <a:lstStyle/>
                    <a:p>
                      <a:pPr algn="ctr">
                        <a:lnSpc>
                          <a:spcPts val="2800"/>
                        </a:lnSpc>
                        <a:defRPr/>
                      </a:pPr>
                      <a:r>
                        <a:rPr lang="en-US" sz="2000">
                          <a:solidFill>
                            <a:srgbClr val="FFFFFF"/>
                          </a:solidFill>
                          <a:latin typeface="Inter"/>
                          <a:ea typeface="Inter"/>
                          <a:cs typeface="Inter"/>
                          <a:sym typeface="Inter"/>
                        </a:rPr>
                        <a:t>2</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373"/>
                        </a:lnSpc>
                        <a:defRPr/>
                      </a:pPr>
                      <a:r>
                        <a:rPr lang="en-US" sz="1695">
                          <a:solidFill>
                            <a:srgbClr val="FFFFFF"/>
                          </a:solidFill>
                          <a:latin typeface="Inter"/>
                          <a:ea typeface="Inter"/>
                          <a:cs typeface="Inter"/>
                          <a:sym typeface="Inter"/>
                        </a:rPr>
                        <a:t>Memiliki komponen artistik yang berkaitan dengan desain dan antarmuka produk. Hal ini mempengaruhi apa yang dilihat, didengar, dan dirasakan oleh pengguna</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373"/>
                        </a:lnSpc>
                        <a:defRPr/>
                      </a:pPr>
                      <a:r>
                        <a:rPr lang="en-US" sz="1695">
                          <a:solidFill>
                            <a:srgbClr val="FFFFFF"/>
                          </a:solidFill>
                          <a:latin typeface="Inter"/>
                          <a:ea typeface="Inter"/>
                          <a:cs typeface="Inter"/>
                          <a:sym typeface="Inter"/>
                        </a:rPr>
                        <a:t>Memiliki lebih banyak komponen sosial untuk riset pasar dan berkomunikasi dengan pengguna untuk memahami apa kebutuhan mereka.</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2"/>
                  </a:ext>
                </a:extLst>
              </a:tr>
              <a:tr h="1391286">
                <a:tc>
                  <a:txBody>
                    <a:bodyPr/>
                    <a:lstStyle/>
                    <a:p>
                      <a:pPr algn="ctr">
                        <a:lnSpc>
                          <a:spcPts val="2800"/>
                        </a:lnSpc>
                        <a:defRPr/>
                      </a:pPr>
                      <a:r>
                        <a:rPr lang="en-US" sz="2000">
                          <a:solidFill>
                            <a:srgbClr val="FFFFFF"/>
                          </a:solidFill>
                          <a:latin typeface="Inter"/>
                          <a:ea typeface="Inter"/>
                          <a:cs typeface="Inter"/>
                          <a:sym typeface="Inter"/>
                        </a:rPr>
                        <a:t>3</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373"/>
                        </a:lnSpc>
                        <a:defRPr/>
                      </a:pPr>
                      <a:r>
                        <a:rPr lang="en-US" sz="1695">
                          <a:solidFill>
                            <a:srgbClr val="FFFFFF"/>
                          </a:solidFill>
                          <a:latin typeface="Inter"/>
                          <a:ea typeface="Inter"/>
                          <a:cs typeface="Inter"/>
                          <a:sym typeface="Inter"/>
                        </a:rPr>
                        <a:t>Memiliki lebih banyak komponen teknis untuk menghasilkan komponen desain untuk produk akhir.</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373"/>
                        </a:lnSpc>
                        <a:defRPr/>
                      </a:pPr>
                      <a:r>
                        <a:rPr lang="en-US" sz="1695">
                          <a:solidFill>
                            <a:srgbClr val="FFFFFF"/>
                          </a:solidFill>
                          <a:latin typeface="Inter"/>
                          <a:ea typeface="Inter"/>
                          <a:cs typeface="Inter"/>
                          <a:sym typeface="Inter"/>
                        </a:rPr>
                        <a:t>Berfokus pada manajemen dan analisis proyek melalui seluruh fase ideasi, pengembangan, dan penyampaian</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41" name="TextBox 41"/>
          <p:cNvSpPr txBox="1"/>
          <p:nvPr/>
        </p:nvSpPr>
        <p:spPr>
          <a:xfrm>
            <a:off x="2687912" y="2086009"/>
            <a:ext cx="13028986" cy="840720"/>
          </a:xfrm>
          <a:prstGeom prst="rect">
            <a:avLst/>
          </a:prstGeom>
        </p:spPr>
        <p:txBody>
          <a:bodyPr lIns="0" tIns="0" rIns="0" bIns="0" rtlCol="0" anchor="t">
            <a:spAutoFit/>
          </a:bodyPr>
          <a:lstStyle/>
          <a:p>
            <a:pPr algn="l">
              <a:lnSpc>
                <a:spcPts val="6438"/>
              </a:lnSpc>
            </a:pPr>
            <a:r>
              <a:rPr lang="en-US" sz="6132" spc="122">
                <a:solidFill>
                  <a:srgbClr val="FEFEFF"/>
                </a:solidFill>
                <a:latin typeface="Norwester"/>
                <a:ea typeface="Norwester"/>
                <a:cs typeface="Norwester"/>
                <a:sym typeface="Norwester"/>
              </a:rPr>
              <a:t>3 PERBEDAAN UI &amp; UX</a:t>
            </a:r>
          </a:p>
        </p:txBody>
      </p:sp>
      <p:sp>
        <p:nvSpPr>
          <p:cNvPr id="42" name="TextBox 42"/>
          <p:cNvSpPr txBox="1"/>
          <p:nvPr/>
        </p:nvSpPr>
        <p:spPr>
          <a:xfrm>
            <a:off x="2687912" y="2974354"/>
            <a:ext cx="2248793" cy="306886"/>
          </a:xfrm>
          <a:prstGeom prst="rect">
            <a:avLst/>
          </a:prstGeom>
        </p:spPr>
        <p:txBody>
          <a:bodyPr lIns="0" tIns="0" rIns="0" bIns="0" rtlCol="0" anchor="t">
            <a:spAutoFit/>
          </a:bodyPr>
          <a:lstStyle/>
          <a:p>
            <a:pPr algn="ctr">
              <a:lnSpc>
                <a:spcPts val="2542"/>
              </a:lnSpc>
              <a:spcBef>
                <a:spcPct val="0"/>
              </a:spcBef>
            </a:pPr>
            <a:r>
              <a:rPr lang="en-US" sz="1695" b="1" spc="203">
                <a:solidFill>
                  <a:srgbClr val="FEFEFF"/>
                </a:solidFill>
                <a:latin typeface="Inter Semi-Bold"/>
                <a:ea typeface="Inter Semi-Bold"/>
                <a:cs typeface="Inter Semi-Bold"/>
                <a:sym typeface="Inter Semi-Bold"/>
              </a:rPr>
              <a:t>Perbedaan Utama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2940"/>
        </a:solidFill>
        <a:effectLst/>
      </p:bgPr>
    </p:bg>
    <p:spTree>
      <p:nvGrpSpPr>
        <p:cNvPr id="1" name=""/>
        <p:cNvGrpSpPr/>
        <p:nvPr/>
      </p:nvGrpSpPr>
      <p:grpSpPr>
        <a:xfrm>
          <a:off x="0" y="0"/>
          <a:ext cx="0" cy="0"/>
          <a:chOff x="0" y="0"/>
          <a:chExt cx="0" cy="0"/>
        </a:xfrm>
      </p:grpSpPr>
      <p:sp>
        <p:nvSpPr>
          <p:cNvPr id="2" name="Freeform 2"/>
          <p:cNvSpPr/>
          <p:nvPr/>
        </p:nvSpPr>
        <p:spPr>
          <a:xfrm>
            <a:off x="9525"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15000"/>
            </a:blip>
            <a:stretch>
              <a:fillRect/>
            </a:stretch>
          </a:blipFill>
        </p:spPr>
      </p:sp>
      <p:grpSp>
        <p:nvGrpSpPr>
          <p:cNvPr id="3" name="Group 3"/>
          <p:cNvGrpSpPr/>
          <p:nvPr/>
        </p:nvGrpSpPr>
        <p:grpSpPr>
          <a:xfrm>
            <a:off x="7510084" y="732996"/>
            <a:ext cx="3267833" cy="591408"/>
            <a:chOff x="0" y="0"/>
            <a:chExt cx="4357110" cy="788544"/>
          </a:xfrm>
        </p:grpSpPr>
        <p:sp>
          <p:nvSpPr>
            <p:cNvPr id="4" name="Freeform 4"/>
            <p:cNvSpPr/>
            <p:nvPr/>
          </p:nvSpPr>
          <p:spPr>
            <a:xfrm>
              <a:off x="0" y="0"/>
              <a:ext cx="732988" cy="732988"/>
            </a:xfrm>
            <a:custGeom>
              <a:avLst/>
              <a:gdLst/>
              <a:ahLst/>
              <a:cxnLst/>
              <a:rect l="l" t="t" r="r" b="b"/>
              <a:pathLst>
                <a:path w="732988" h="732988">
                  <a:moveTo>
                    <a:pt x="0" y="0"/>
                  </a:moveTo>
                  <a:lnTo>
                    <a:pt x="732988" y="0"/>
                  </a:lnTo>
                  <a:lnTo>
                    <a:pt x="732988" y="732988"/>
                  </a:lnTo>
                  <a:lnTo>
                    <a:pt x="0" y="732988"/>
                  </a:lnTo>
                  <a:lnTo>
                    <a:pt x="0" y="0"/>
                  </a:lnTo>
                  <a:close/>
                </a:path>
              </a:pathLst>
            </a:custGeom>
            <a:blipFill>
              <a:blip r:embed="rId3"/>
              <a:stretch>
                <a:fillRect/>
              </a:stretch>
            </a:blipFill>
          </p:spPr>
        </p:sp>
        <p:sp>
          <p:nvSpPr>
            <p:cNvPr id="5" name="Freeform 5"/>
            <p:cNvSpPr/>
            <p:nvPr/>
          </p:nvSpPr>
          <p:spPr>
            <a:xfrm>
              <a:off x="935429" y="0"/>
              <a:ext cx="732988" cy="732988"/>
            </a:xfrm>
            <a:custGeom>
              <a:avLst/>
              <a:gdLst/>
              <a:ahLst/>
              <a:cxnLst/>
              <a:rect l="l" t="t" r="r" b="b"/>
              <a:pathLst>
                <a:path w="732988" h="732988">
                  <a:moveTo>
                    <a:pt x="0" y="0"/>
                  </a:moveTo>
                  <a:lnTo>
                    <a:pt x="732988" y="0"/>
                  </a:lnTo>
                  <a:lnTo>
                    <a:pt x="732988" y="732988"/>
                  </a:lnTo>
                  <a:lnTo>
                    <a:pt x="0" y="732988"/>
                  </a:lnTo>
                  <a:lnTo>
                    <a:pt x="0" y="0"/>
                  </a:lnTo>
                  <a:close/>
                </a:path>
              </a:pathLst>
            </a:custGeom>
            <a:blipFill>
              <a:blip r:embed="rId4"/>
              <a:stretch>
                <a:fillRect/>
              </a:stretch>
            </a:blipFill>
          </p:spPr>
        </p:sp>
        <p:sp>
          <p:nvSpPr>
            <p:cNvPr id="6" name="Freeform 6"/>
            <p:cNvSpPr/>
            <p:nvPr/>
          </p:nvSpPr>
          <p:spPr>
            <a:xfrm>
              <a:off x="1872405" y="55556"/>
              <a:ext cx="2484706" cy="732988"/>
            </a:xfrm>
            <a:custGeom>
              <a:avLst/>
              <a:gdLst/>
              <a:ahLst/>
              <a:cxnLst/>
              <a:rect l="l" t="t" r="r" b="b"/>
              <a:pathLst>
                <a:path w="2484706" h="732988">
                  <a:moveTo>
                    <a:pt x="0" y="0"/>
                  </a:moveTo>
                  <a:lnTo>
                    <a:pt x="2484705" y="0"/>
                  </a:lnTo>
                  <a:lnTo>
                    <a:pt x="2484705" y="732988"/>
                  </a:lnTo>
                  <a:lnTo>
                    <a:pt x="0" y="732988"/>
                  </a:lnTo>
                  <a:lnTo>
                    <a:pt x="0" y="0"/>
                  </a:lnTo>
                  <a:close/>
                </a:path>
              </a:pathLst>
            </a:custGeom>
            <a:blipFill>
              <a:blip r:embed="rId5"/>
              <a:stretch>
                <a:fillRect/>
              </a:stretch>
            </a:blipFill>
          </p:spPr>
        </p:sp>
      </p:grpSp>
      <p:grpSp>
        <p:nvGrpSpPr>
          <p:cNvPr id="7" name="Group 7"/>
          <p:cNvGrpSpPr/>
          <p:nvPr/>
        </p:nvGrpSpPr>
        <p:grpSpPr>
          <a:xfrm>
            <a:off x="13819395" y="-1307921"/>
            <a:ext cx="7040355" cy="6307586"/>
            <a:chOff x="0" y="0"/>
            <a:chExt cx="9387141" cy="8410115"/>
          </a:xfrm>
        </p:grpSpPr>
        <p:grpSp>
          <p:nvGrpSpPr>
            <p:cNvPr id="8" name="Group 8"/>
            <p:cNvGrpSpPr/>
            <p:nvPr/>
          </p:nvGrpSpPr>
          <p:grpSpPr>
            <a:xfrm>
              <a:off x="4693570" y="0"/>
              <a:ext cx="4693570" cy="8410115"/>
              <a:chOff x="0" y="0"/>
              <a:chExt cx="948267" cy="1699140"/>
            </a:xfrm>
          </p:grpSpPr>
          <p:sp>
            <p:nvSpPr>
              <p:cNvPr id="9" name="Freeform 9"/>
              <p:cNvSpPr/>
              <p:nvPr/>
            </p:nvSpPr>
            <p:spPr>
              <a:xfrm>
                <a:off x="0" y="0"/>
                <a:ext cx="948267" cy="1699140"/>
              </a:xfrm>
              <a:custGeom>
                <a:avLst/>
                <a:gdLst/>
                <a:ahLst/>
                <a:cxnLst/>
                <a:rect l="l" t="t" r="r" b="b"/>
                <a:pathLst>
                  <a:path w="948267" h="1699140">
                    <a:moveTo>
                      <a:pt x="0" y="849570"/>
                    </a:moveTo>
                    <a:lnTo>
                      <a:pt x="406400" y="0"/>
                    </a:lnTo>
                    <a:lnTo>
                      <a:pt x="406400" y="203200"/>
                    </a:lnTo>
                    <a:lnTo>
                      <a:pt x="948267" y="203200"/>
                    </a:lnTo>
                    <a:lnTo>
                      <a:pt x="948267" y="1495940"/>
                    </a:lnTo>
                    <a:lnTo>
                      <a:pt x="406400" y="1495940"/>
                    </a:lnTo>
                    <a:lnTo>
                      <a:pt x="406400" y="1699140"/>
                    </a:lnTo>
                    <a:lnTo>
                      <a:pt x="0" y="849570"/>
                    </a:lnTo>
                    <a:close/>
                  </a:path>
                </a:pathLst>
              </a:custGeom>
              <a:gradFill rotWithShape="1">
                <a:gsLst>
                  <a:gs pos="0">
                    <a:srgbClr val="CDFFD8">
                      <a:alpha val="100000"/>
                    </a:srgbClr>
                  </a:gs>
                  <a:gs pos="100000">
                    <a:srgbClr val="94B9FF">
                      <a:alpha val="100000"/>
                    </a:srgbClr>
                  </a:gs>
                </a:gsLst>
                <a:lin ang="0"/>
              </a:gradFill>
            </p:spPr>
          </p:sp>
          <p:sp>
            <p:nvSpPr>
              <p:cNvPr id="10" name="TextBox 10"/>
              <p:cNvSpPr txBox="1"/>
              <p:nvPr/>
            </p:nvSpPr>
            <p:spPr>
              <a:xfrm>
                <a:off x="101600" y="146050"/>
                <a:ext cx="846667" cy="1349890"/>
              </a:xfrm>
              <a:prstGeom prst="rect">
                <a:avLst/>
              </a:prstGeom>
            </p:spPr>
            <p:txBody>
              <a:bodyPr lIns="50800" tIns="50800" rIns="50800" bIns="50800" rtlCol="0" anchor="ctr"/>
              <a:lstStyle/>
              <a:p>
                <a:pPr algn="ctr">
                  <a:lnSpc>
                    <a:spcPts val="2486"/>
                  </a:lnSpc>
                </a:pPr>
                <a:endParaRPr/>
              </a:p>
            </p:txBody>
          </p:sp>
        </p:grpSp>
        <p:grpSp>
          <p:nvGrpSpPr>
            <p:cNvPr id="11" name="Group 11"/>
            <p:cNvGrpSpPr/>
            <p:nvPr/>
          </p:nvGrpSpPr>
          <p:grpSpPr>
            <a:xfrm>
              <a:off x="2682040" y="2390174"/>
              <a:ext cx="4023060" cy="1814884"/>
              <a:chOff x="0" y="0"/>
              <a:chExt cx="812800" cy="366671"/>
            </a:xfrm>
          </p:grpSpPr>
          <p:sp>
            <p:nvSpPr>
              <p:cNvPr id="12" name="Freeform 12"/>
              <p:cNvSpPr/>
              <p:nvPr/>
            </p:nvSpPr>
            <p:spPr>
              <a:xfrm>
                <a:off x="0" y="0"/>
                <a:ext cx="812800" cy="366671"/>
              </a:xfrm>
              <a:custGeom>
                <a:avLst/>
                <a:gdLst/>
                <a:ahLst/>
                <a:cxnLst/>
                <a:rect l="l" t="t" r="r" b="b"/>
                <a:pathLst>
                  <a:path w="812800" h="366671">
                    <a:moveTo>
                      <a:pt x="609600" y="0"/>
                    </a:moveTo>
                    <a:lnTo>
                      <a:pt x="0" y="0"/>
                    </a:lnTo>
                    <a:lnTo>
                      <a:pt x="203200" y="366671"/>
                    </a:lnTo>
                    <a:lnTo>
                      <a:pt x="812800" y="366671"/>
                    </a:lnTo>
                    <a:lnTo>
                      <a:pt x="609600" y="0"/>
                    </a:lnTo>
                    <a:close/>
                  </a:path>
                </a:pathLst>
              </a:custGeom>
              <a:solidFill>
                <a:srgbClr val="144D5F"/>
              </a:solidFill>
            </p:spPr>
          </p:sp>
          <p:sp>
            <p:nvSpPr>
              <p:cNvPr id="13" name="TextBox 13"/>
              <p:cNvSpPr txBox="1"/>
              <p:nvPr/>
            </p:nvSpPr>
            <p:spPr>
              <a:xfrm>
                <a:off x="101600" y="-57150"/>
                <a:ext cx="609600" cy="423821"/>
              </a:xfrm>
              <a:prstGeom prst="rect">
                <a:avLst/>
              </a:prstGeom>
            </p:spPr>
            <p:txBody>
              <a:bodyPr lIns="50800" tIns="50800" rIns="50800" bIns="50800" rtlCol="0" anchor="ctr"/>
              <a:lstStyle/>
              <a:p>
                <a:pPr algn="ctr">
                  <a:lnSpc>
                    <a:spcPts val="2486"/>
                  </a:lnSpc>
                </a:pPr>
                <a:endParaRPr/>
              </a:p>
            </p:txBody>
          </p:sp>
        </p:grpSp>
        <p:grpSp>
          <p:nvGrpSpPr>
            <p:cNvPr id="14" name="Group 14"/>
            <p:cNvGrpSpPr/>
            <p:nvPr/>
          </p:nvGrpSpPr>
          <p:grpSpPr>
            <a:xfrm>
              <a:off x="0" y="500864"/>
              <a:ext cx="7716008" cy="2011530"/>
              <a:chOff x="0" y="0"/>
              <a:chExt cx="1558906" cy="406400"/>
            </a:xfrm>
          </p:grpSpPr>
          <p:sp>
            <p:nvSpPr>
              <p:cNvPr id="15" name="Freeform 15"/>
              <p:cNvSpPr/>
              <p:nvPr/>
            </p:nvSpPr>
            <p:spPr>
              <a:xfrm>
                <a:off x="0" y="0"/>
                <a:ext cx="1558906" cy="406400"/>
              </a:xfrm>
              <a:custGeom>
                <a:avLst/>
                <a:gdLst/>
                <a:ahLst/>
                <a:cxnLst/>
                <a:rect l="l" t="t" r="r" b="b"/>
                <a:pathLst>
                  <a:path w="1558906" h="406400">
                    <a:moveTo>
                      <a:pt x="1355706" y="0"/>
                    </a:moveTo>
                    <a:cubicBezTo>
                      <a:pt x="1467930" y="0"/>
                      <a:pt x="1558906" y="90976"/>
                      <a:pt x="1558906" y="203200"/>
                    </a:cubicBezTo>
                    <a:cubicBezTo>
                      <a:pt x="1558906" y="315424"/>
                      <a:pt x="1467930" y="406400"/>
                      <a:pt x="1355706" y="406400"/>
                    </a:cubicBezTo>
                    <a:lnTo>
                      <a:pt x="203200" y="406400"/>
                    </a:lnTo>
                    <a:cubicBezTo>
                      <a:pt x="90976" y="406400"/>
                      <a:pt x="0" y="315424"/>
                      <a:pt x="0" y="203200"/>
                    </a:cubicBezTo>
                    <a:cubicBezTo>
                      <a:pt x="0" y="90976"/>
                      <a:pt x="90976" y="0"/>
                      <a:pt x="203200" y="0"/>
                    </a:cubicBezTo>
                    <a:close/>
                  </a:path>
                </a:pathLst>
              </a:custGeom>
              <a:solidFill>
                <a:srgbClr val="46A0B1"/>
              </a:solidFill>
            </p:spPr>
          </p:sp>
          <p:sp>
            <p:nvSpPr>
              <p:cNvPr id="16" name="TextBox 16"/>
              <p:cNvSpPr txBox="1"/>
              <p:nvPr/>
            </p:nvSpPr>
            <p:spPr>
              <a:xfrm>
                <a:off x="0" y="-57150"/>
                <a:ext cx="1558906" cy="463550"/>
              </a:xfrm>
              <a:prstGeom prst="rect">
                <a:avLst/>
              </a:prstGeom>
            </p:spPr>
            <p:txBody>
              <a:bodyPr lIns="50800" tIns="50800" rIns="50800" bIns="50800" rtlCol="0" anchor="ctr"/>
              <a:lstStyle/>
              <a:p>
                <a:pPr algn="ctr">
                  <a:lnSpc>
                    <a:spcPts val="2486"/>
                  </a:lnSpc>
                </a:pPr>
                <a:endParaRPr/>
              </a:p>
            </p:txBody>
          </p:sp>
        </p:grpSp>
        <p:grpSp>
          <p:nvGrpSpPr>
            <p:cNvPr id="17" name="Group 17"/>
            <p:cNvGrpSpPr/>
            <p:nvPr/>
          </p:nvGrpSpPr>
          <p:grpSpPr>
            <a:xfrm>
              <a:off x="4693570" y="181997"/>
              <a:ext cx="4023060" cy="4023060"/>
              <a:chOff x="0" y="0"/>
              <a:chExt cx="812800" cy="812800"/>
            </a:xfrm>
          </p:grpSpPr>
          <p:sp>
            <p:nvSpPr>
              <p:cNvPr id="18" name="Freeform 18"/>
              <p:cNvSpPr/>
              <p:nvPr/>
            </p:nvSpPr>
            <p:spPr>
              <a:xfrm>
                <a:off x="0" y="0"/>
                <a:ext cx="812800" cy="812800"/>
              </a:xfrm>
              <a:custGeom>
                <a:avLst/>
                <a:gdLst/>
                <a:ahLst/>
                <a:cxnLst/>
                <a:rect l="l" t="t" r="r" b="b"/>
                <a:pathLst>
                  <a:path w="812800" h="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46A0B1"/>
              </a:solidFill>
            </p:spPr>
          </p:sp>
          <p:sp>
            <p:nvSpPr>
              <p:cNvPr id="19" name="TextBox 19"/>
              <p:cNvSpPr txBox="1"/>
              <p:nvPr/>
            </p:nvSpPr>
            <p:spPr>
              <a:xfrm>
                <a:off x="203200" y="-57150"/>
                <a:ext cx="406400" cy="768350"/>
              </a:xfrm>
              <a:prstGeom prst="rect">
                <a:avLst/>
              </a:prstGeom>
            </p:spPr>
            <p:txBody>
              <a:bodyPr lIns="50800" tIns="50800" rIns="50800" bIns="50800" rtlCol="0" anchor="ctr"/>
              <a:lstStyle/>
              <a:p>
                <a:pPr algn="ctr">
                  <a:lnSpc>
                    <a:spcPts val="2486"/>
                  </a:lnSpc>
                </a:pPr>
                <a:endParaRPr/>
              </a:p>
            </p:txBody>
          </p:sp>
        </p:grpSp>
        <p:grpSp>
          <p:nvGrpSpPr>
            <p:cNvPr id="20" name="Group 20"/>
            <p:cNvGrpSpPr/>
            <p:nvPr/>
          </p:nvGrpSpPr>
          <p:grpSpPr>
            <a:xfrm rot="-421994">
              <a:off x="1547198" y="1087681"/>
              <a:ext cx="3507933" cy="5261900"/>
              <a:chOff x="0" y="0"/>
              <a:chExt cx="406400" cy="609600"/>
            </a:xfrm>
          </p:grpSpPr>
          <p:sp>
            <p:nvSpPr>
              <p:cNvPr id="21" name="Freeform 21"/>
              <p:cNvSpPr/>
              <p:nvPr/>
            </p:nvSpPr>
            <p:spPr>
              <a:xfrm>
                <a:off x="0" y="0"/>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gradFill rotWithShape="1">
                <a:gsLst>
                  <a:gs pos="0">
                    <a:srgbClr val="CDFFD8">
                      <a:alpha val="60000"/>
                    </a:srgbClr>
                  </a:gs>
                  <a:gs pos="100000">
                    <a:srgbClr val="94B9FF">
                      <a:alpha val="60000"/>
                    </a:srgbClr>
                  </a:gs>
                </a:gsLst>
                <a:lin ang="0"/>
              </a:gradFill>
            </p:spPr>
          </p:sp>
          <p:sp>
            <p:nvSpPr>
              <p:cNvPr id="22" name="TextBox 22"/>
              <p:cNvSpPr txBox="1"/>
              <p:nvPr/>
            </p:nvSpPr>
            <p:spPr>
              <a:xfrm>
                <a:off x="101600" y="-57150"/>
                <a:ext cx="203200" cy="666750"/>
              </a:xfrm>
              <a:prstGeom prst="rect">
                <a:avLst/>
              </a:prstGeom>
            </p:spPr>
            <p:txBody>
              <a:bodyPr lIns="50800" tIns="50800" rIns="50800" bIns="50800" rtlCol="0" anchor="ctr"/>
              <a:lstStyle/>
              <a:p>
                <a:pPr algn="ctr">
                  <a:lnSpc>
                    <a:spcPts val="2486"/>
                  </a:lnSpc>
                </a:pPr>
                <a:endParaRPr/>
              </a:p>
            </p:txBody>
          </p:sp>
        </p:grpSp>
      </p:grpSp>
      <p:grpSp>
        <p:nvGrpSpPr>
          <p:cNvPr id="23" name="Group 23"/>
          <p:cNvGrpSpPr/>
          <p:nvPr/>
        </p:nvGrpSpPr>
        <p:grpSpPr>
          <a:xfrm>
            <a:off x="-1705191" y="6469644"/>
            <a:ext cx="5713901" cy="4834459"/>
            <a:chOff x="0" y="0"/>
            <a:chExt cx="7618535" cy="6445946"/>
          </a:xfrm>
        </p:grpSpPr>
        <p:grpSp>
          <p:nvGrpSpPr>
            <p:cNvPr id="24" name="Group 24"/>
            <p:cNvGrpSpPr/>
            <p:nvPr/>
          </p:nvGrpSpPr>
          <p:grpSpPr>
            <a:xfrm>
              <a:off x="0" y="0"/>
              <a:ext cx="3516247" cy="6084231"/>
              <a:chOff x="0" y="0"/>
              <a:chExt cx="812800" cy="1406404"/>
            </a:xfrm>
          </p:grpSpPr>
          <p:sp>
            <p:nvSpPr>
              <p:cNvPr id="25" name="Freeform 25"/>
              <p:cNvSpPr/>
              <p:nvPr/>
            </p:nvSpPr>
            <p:spPr>
              <a:xfrm>
                <a:off x="0" y="0"/>
                <a:ext cx="812800" cy="1406404"/>
              </a:xfrm>
              <a:custGeom>
                <a:avLst/>
                <a:gdLst/>
                <a:ahLst/>
                <a:cxnLst/>
                <a:rect l="l" t="t" r="r" b="b"/>
                <a:pathLst>
                  <a:path w="812800" h="1406404">
                    <a:moveTo>
                      <a:pt x="812800" y="703202"/>
                    </a:moveTo>
                    <a:lnTo>
                      <a:pt x="406400" y="0"/>
                    </a:lnTo>
                    <a:lnTo>
                      <a:pt x="406400" y="203200"/>
                    </a:lnTo>
                    <a:lnTo>
                      <a:pt x="0" y="203200"/>
                    </a:lnTo>
                    <a:lnTo>
                      <a:pt x="0" y="1203204"/>
                    </a:lnTo>
                    <a:lnTo>
                      <a:pt x="406400" y="1203204"/>
                    </a:lnTo>
                    <a:lnTo>
                      <a:pt x="406400" y="1406404"/>
                    </a:lnTo>
                    <a:lnTo>
                      <a:pt x="812800" y="703202"/>
                    </a:lnTo>
                    <a:close/>
                  </a:path>
                </a:pathLst>
              </a:custGeom>
              <a:gradFill rotWithShape="1">
                <a:gsLst>
                  <a:gs pos="0">
                    <a:srgbClr val="CDFFD8">
                      <a:alpha val="100000"/>
                    </a:srgbClr>
                  </a:gs>
                  <a:gs pos="100000">
                    <a:srgbClr val="94B9FF">
                      <a:alpha val="100000"/>
                    </a:srgbClr>
                  </a:gs>
                </a:gsLst>
                <a:lin ang="0"/>
              </a:gradFill>
            </p:spPr>
          </p:sp>
          <p:sp>
            <p:nvSpPr>
              <p:cNvPr id="26" name="TextBox 26"/>
              <p:cNvSpPr txBox="1"/>
              <p:nvPr/>
            </p:nvSpPr>
            <p:spPr>
              <a:xfrm>
                <a:off x="0" y="146050"/>
                <a:ext cx="711200" cy="1057154"/>
              </a:xfrm>
              <a:prstGeom prst="rect">
                <a:avLst/>
              </a:prstGeom>
            </p:spPr>
            <p:txBody>
              <a:bodyPr lIns="50800" tIns="50800" rIns="50800" bIns="50800" rtlCol="0" anchor="ctr"/>
              <a:lstStyle/>
              <a:p>
                <a:pPr algn="ctr">
                  <a:lnSpc>
                    <a:spcPts val="2486"/>
                  </a:lnSpc>
                </a:pPr>
                <a:endParaRPr/>
              </a:p>
            </p:txBody>
          </p:sp>
        </p:grpSp>
        <p:grpSp>
          <p:nvGrpSpPr>
            <p:cNvPr id="27" name="Group 27"/>
            <p:cNvGrpSpPr/>
            <p:nvPr/>
          </p:nvGrpSpPr>
          <p:grpSpPr>
            <a:xfrm>
              <a:off x="1758123" y="3007515"/>
              <a:ext cx="3516247" cy="2637185"/>
              <a:chOff x="0" y="0"/>
              <a:chExt cx="812800" cy="609600"/>
            </a:xfrm>
          </p:grpSpPr>
          <p:sp>
            <p:nvSpPr>
              <p:cNvPr id="28" name="Freeform 28"/>
              <p:cNvSpPr/>
              <p:nvPr/>
            </p:nvSpPr>
            <p:spPr>
              <a:xfrm>
                <a:off x="0" y="0"/>
                <a:ext cx="812800" cy="609600"/>
              </a:xfrm>
              <a:custGeom>
                <a:avLst/>
                <a:gdLst/>
                <a:ahLst/>
                <a:cxnLst/>
                <a:rect l="l" t="t" r="r" b="b"/>
                <a:pathLst>
                  <a:path w="812800" h="609600">
                    <a:moveTo>
                      <a:pt x="609600" y="0"/>
                    </a:moveTo>
                    <a:lnTo>
                      <a:pt x="0" y="0"/>
                    </a:lnTo>
                    <a:lnTo>
                      <a:pt x="203200" y="609600"/>
                    </a:lnTo>
                    <a:lnTo>
                      <a:pt x="812800" y="609600"/>
                    </a:lnTo>
                    <a:lnTo>
                      <a:pt x="609600" y="0"/>
                    </a:lnTo>
                    <a:close/>
                  </a:path>
                </a:pathLst>
              </a:custGeom>
              <a:solidFill>
                <a:srgbClr val="144D5F"/>
              </a:solidFill>
            </p:spPr>
          </p:sp>
          <p:sp>
            <p:nvSpPr>
              <p:cNvPr id="29" name="TextBox 29"/>
              <p:cNvSpPr txBox="1"/>
              <p:nvPr/>
            </p:nvSpPr>
            <p:spPr>
              <a:xfrm>
                <a:off x="101600" y="-57150"/>
                <a:ext cx="609600" cy="666750"/>
              </a:xfrm>
              <a:prstGeom prst="rect">
                <a:avLst/>
              </a:prstGeom>
            </p:spPr>
            <p:txBody>
              <a:bodyPr lIns="50800" tIns="50800" rIns="50800" bIns="50800" rtlCol="0" anchor="ctr"/>
              <a:lstStyle/>
              <a:p>
                <a:pPr algn="ctr">
                  <a:lnSpc>
                    <a:spcPts val="2486"/>
                  </a:lnSpc>
                </a:pPr>
                <a:endParaRPr/>
              </a:p>
            </p:txBody>
          </p:sp>
        </p:grpSp>
        <p:grpSp>
          <p:nvGrpSpPr>
            <p:cNvPr id="30" name="Group 30"/>
            <p:cNvGrpSpPr/>
            <p:nvPr/>
          </p:nvGrpSpPr>
          <p:grpSpPr>
            <a:xfrm>
              <a:off x="435526" y="4326107"/>
              <a:ext cx="7183009" cy="1758123"/>
              <a:chOff x="0" y="0"/>
              <a:chExt cx="1660392" cy="406400"/>
            </a:xfrm>
          </p:grpSpPr>
          <p:sp>
            <p:nvSpPr>
              <p:cNvPr id="31" name="Freeform 31"/>
              <p:cNvSpPr/>
              <p:nvPr/>
            </p:nvSpPr>
            <p:spPr>
              <a:xfrm>
                <a:off x="0" y="0"/>
                <a:ext cx="1660392" cy="406400"/>
              </a:xfrm>
              <a:custGeom>
                <a:avLst/>
                <a:gdLst/>
                <a:ahLst/>
                <a:cxnLst/>
                <a:rect l="l" t="t" r="r" b="b"/>
                <a:pathLst>
                  <a:path w="1660392" h="406400">
                    <a:moveTo>
                      <a:pt x="1457192" y="0"/>
                    </a:moveTo>
                    <a:cubicBezTo>
                      <a:pt x="1569417" y="0"/>
                      <a:pt x="1660392" y="90976"/>
                      <a:pt x="1660392" y="203200"/>
                    </a:cubicBezTo>
                    <a:cubicBezTo>
                      <a:pt x="1660392" y="315424"/>
                      <a:pt x="1569417" y="406400"/>
                      <a:pt x="1457192" y="406400"/>
                    </a:cubicBezTo>
                    <a:lnTo>
                      <a:pt x="203200" y="406400"/>
                    </a:lnTo>
                    <a:cubicBezTo>
                      <a:pt x="90976" y="406400"/>
                      <a:pt x="0" y="315424"/>
                      <a:pt x="0" y="203200"/>
                    </a:cubicBezTo>
                    <a:cubicBezTo>
                      <a:pt x="0" y="90976"/>
                      <a:pt x="90976" y="0"/>
                      <a:pt x="203200" y="0"/>
                    </a:cubicBezTo>
                    <a:close/>
                  </a:path>
                </a:pathLst>
              </a:custGeom>
              <a:solidFill>
                <a:srgbClr val="46A0B1"/>
              </a:solidFill>
            </p:spPr>
          </p:sp>
          <p:sp>
            <p:nvSpPr>
              <p:cNvPr id="32" name="TextBox 32"/>
              <p:cNvSpPr txBox="1"/>
              <p:nvPr/>
            </p:nvSpPr>
            <p:spPr>
              <a:xfrm>
                <a:off x="0" y="-57150"/>
                <a:ext cx="1660392" cy="463550"/>
              </a:xfrm>
              <a:prstGeom prst="rect">
                <a:avLst/>
              </a:prstGeom>
            </p:spPr>
            <p:txBody>
              <a:bodyPr lIns="50800" tIns="50800" rIns="50800" bIns="50800" rtlCol="0" anchor="ctr"/>
              <a:lstStyle/>
              <a:p>
                <a:pPr algn="ctr">
                  <a:lnSpc>
                    <a:spcPts val="2486"/>
                  </a:lnSpc>
                </a:pPr>
                <a:endParaRPr/>
              </a:p>
            </p:txBody>
          </p:sp>
        </p:grpSp>
        <p:grpSp>
          <p:nvGrpSpPr>
            <p:cNvPr id="33" name="Group 33"/>
            <p:cNvGrpSpPr/>
            <p:nvPr/>
          </p:nvGrpSpPr>
          <p:grpSpPr>
            <a:xfrm>
              <a:off x="0" y="2929699"/>
              <a:ext cx="3516247" cy="3516247"/>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lnTo>
                      <a:pt x="0" y="406400"/>
                    </a:lnTo>
                    <a:lnTo>
                      <a:pt x="203200" y="406400"/>
                    </a:lnTo>
                    <a:lnTo>
                      <a:pt x="203200" y="812800"/>
                    </a:lnTo>
                    <a:lnTo>
                      <a:pt x="609600" y="812800"/>
                    </a:lnTo>
                    <a:lnTo>
                      <a:pt x="609600" y="406400"/>
                    </a:lnTo>
                    <a:lnTo>
                      <a:pt x="812800" y="406400"/>
                    </a:lnTo>
                    <a:lnTo>
                      <a:pt x="406400" y="0"/>
                    </a:lnTo>
                    <a:close/>
                  </a:path>
                </a:pathLst>
              </a:custGeom>
              <a:solidFill>
                <a:srgbClr val="46A0B1"/>
              </a:solidFill>
            </p:spPr>
          </p:sp>
          <p:sp>
            <p:nvSpPr>
              <p:cNvPr id="35" name="TextBox 35"/>
              <p:cNvSpPr txBox="1"/>
              <p:nvPr/>
            </p:nvSpPr>
            <p:spPr>
              <a:xfrm>
                <a:off x="203200" y="44450"/>
                <a:ext cx="406400" cy="768350"/>
              </a:xfrm>
              <a:prstGeom prst="rect">
                <a:avLst/>
              </a:prstGeom>
            </p:spPr>
            <p:txBody>
              <a:bodyPr lIns="50800" tIns="50800" rIns="50800" bIns="50800" rtlCol="0" anchor="ctr"/>
              <a:lstStyle/>
              <a:p>
                <a:pPr algn="ctr">
                  <a:lnSpc>
                    <a:spcPts val="2486"/>
                  </a:lnSpc>
                </a:pPr>
                <a:endParaRPr/>
              </a:p>
            </p:txBody>
          </p:sp>
        </p:grpSp>
        <p:grpSp>
          <p:nvGrpSpPr>
            <p:cNvPr id="36" name="Group 36"/>
            <p:cNvGrpSpPr/>
            <p:nvPr/>
          </p:nvGrpSpPr>
          <p:grpSpPr>
            <a:xfrm rot="-729709">
              <a:off x="3337933" y="1236507"/>
              <a:ext cx="3066014" cy="4599021"/>
              <a:chOff x="0" y="0"/>
              <a:chExt cx="406400" cy="609600"/>
            </a:xfrm>
          </p:grpSpPr>
          <p:sp>
            <p:nvSpPr>
              <p:cNvPr id="37" name="Freeform 37"/>
              <p:cNvSpPr/>
              <p:nvPr/>
            </p:nvSpPr>
            <p:spPr>
              <a:xfrm>
                <a:off x="0" y="0"/>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gradFill rotWithShape="1">
                <a:gsLst>
                  <a:gs pos="0">
                    <a:srgbClr val="CDFFD8">
                      <a:alpha val="60000"/>
                    </a:srgbClr>
                  </a:gs>
                  <a:gs pos="100000">
                    <a:srgbClr val="94B9FF">
                      <a:alpha val="60000"/>
                    </a:srgbClr>
                  </a:gs>
                </a:gsLst>
                <a:lin ang="0"/>
              </a:gradFill>
            </p:spPr>
          </p:sp>
          <p:sp>
            <p:nvSpPr>
              <p:cNvPr id="38" name="TextBox 38"/>
              <p:cNvSpPr txBox="1"/>
              <p:nvPr/>
            </p:nvSpPr>
            <p:spPr>
              <a:xfrm>
                <a:off x="101600" y="-57150"/>
                <a:ext cx="203200" cy="666750"/>
              </a:xfrm>
              <a:prstGeom prst="rect">
                <a:avLst/>
              </a:prstGeom>
            </p:spPr>
            <p:txBody>
              <a:bodyPr lIns="50800" tIns="50800" rIns="50800" bIns="50800" rtlCol="0" anchor="ctr"/>
              <a:lstStyle/>
              <a:p>
                <a:pPr algn="ctr">
                  <a:lnSpc>
                    <a:spcPts val="2486"/>
                  </a:lnSpc>
                </a:pPr>
                <a:endParaRPr/>
              </a:p>
            </p:txBody>
          </p:sp>
        </p:grpSp>
      </p:grpSp>
      <p:sp>
        <p:nvSpPr>
          <p:cNvPr id="39" name="Freeform 39"/>
          <p:cNvSpPr/>
          <p:nvPr/>
        </p:nvSpPr>
        <p:spPr>
          <a:xfrm>
            <a:off x="15245913" y="9258300"/>
            <a:ext cx="2595326" cy="648832"/>
          </a:xfrm>
          <a:custGeom>
            <a:avLst/>
            <a:gdLst/>
            <a:ahLst/>
            <a:cxnLst/>
            <a:rect l="l" t="t" r="r" b="b"/>
            <a:pathLst>
              <a:path w="2595326" h="648832">
                <a:moveTo>
                  <a:pt x="0" y="0"/>
                </a:moveTo>
                <a:lnTo>
                  <a:pt x="2595326" y="0"/>
                </a:lnTo>
                <a:lnTo>
                  <a:pt x="2595326" y="648832"/>
                </a:lnTo>
                <a:lnTo>
                  <a:pt x="0" y="648832"/>
                </a:lnTo>
                <a:lnTo>
                  <a:pt x="0" y="0"/>
                </a:lnTo>
                <a:close/>
              </a:path>
            </a:pathLst>
          </a:custGeom>
          <a:blipFill>
            <a:blip r:embed="rId6"/>
            <a:stretch>
              <a:fillRect/>
            </a:stretch>
          </a:blipFill>
        </p:spPr>
      </p:sp>
      <p:sp>
        <p:nvSpPr>
          <p:cNvPr id="40" name="TextBox 40"/>
          <p:cNvSpPr txBox="1"/>
          <p:nvPr/>
        </p:nvSpPr>
        <p:spPr>
          <a:xfrm>
            <a:off x="2687912" y="1702997"/>
            <a:ext cx="13028986" cy="840720"/>
          </a:xfrm>
          <a:prstGeom prst="rect">
            <a:avLst/>
          </a:prstGeom>
        </p:spPr>
        <p:txBody>
          <a:bodyPr lIns="0" tIns="0" rIns="0" bIns="0" rtlCol="0" anchor="t">
            <a:spAutoFit/>
          </a:bodyPr>
          <a:lstStyle/>
          <a:p>
            <a:pPr algn="l">
              <a:lnSpc>
                <a:spcPts val="6438"/>
              </a:lnSpc>
            </a:pPr>
            <a:r>
              <a:rPr lang="en-US" sz="6132" spc="122">
                <a:solidFill>
                  <a:srgbClr val="FEFEFF"/>
                </a:solidFill>
                <a:latin typeface="Norwester"/>
                <a:ea typeface="Norwester"/>
                <a:cs typeface="Norwester"/>
                <a:sym typeface="Norwester"/>
              </a:rPr>
              <a:t>PERBEDAAN UI &amp; UX</a:t>
            </a:r>
          </a:p>
        </p:txBody>
      </p:sp>
      <p:sp>
        <p:nvSpPr>
          <p:cNvPr id="41" name="TextBox 41"/>
          <p:cNvSpPr txBox="1"/>
          <p:nvPr/>
        </p:nvSpPr>
        <p:spPr>
          <a:xfrm>
            <a:off x="2678387" y="2707654"/>
            <a:ext cx="4255813" cy="397481"/>
          </a:xfrm>
          <a:prstGeom prst="rect">
            <a:avLst/>
          </a:prstGeom>
        </p:spPr>
        <p:txBody>
          <a:bodyPr wrap="square" lIns="0" tIns="0" rIns="0" bIns="0" rtlCol="0" anchor="t">
            <a:spAutoFit/>
          </a:bodyPr>
          <a:lstStyle/>
          <a:p>
            <a:pPr>
              <a:lnSpc>
                <a:spcPts val="3442"/>
              </a:lnSpc>
              <a:spcBef>
                <a:spcPct val="0"/>
              </a:spcBef>
            </a:pPr>
            <a:r>
              <a:rPr lang="en-US" sz="2295" b="1" spc="275" dirty="0" err="1">
                <a:solidFill>
                  <a:srgbClr val="FEFEFF"/>
                </a:solidFill>
                <a:latin typeface="Inter Semi-Bold"/>
                <a:ea typeface="Inter Semi-Bold"/>
                <a:cs typeface="Inter Semi-Bold"/>
                <a:sym typeface="Inter Semi-Bold"/>
              </a:rPr>
              <a:t>Perbedaan</a:t>
            </a:r>
            <a:r>
              <a:rPr lang="en-US" sz="2295" b="1" spc="275" dirty="0">
                <a:solidFill>
                  <a:srgbClr val="FEFEFF"/>
                </a:solidFill>
                <a:latin typeface="Inter Semi-Bold"/>
                <a:ea typeface="Inter Semi-Bold"/>
                <a:cs typeface="Inter Semi-Bold"/>
                <a:sym typeface="Inter Semi-Bold"/>
              </a:rPr>
              <a:t> </a:t>
            </a:r>
            <a:r>
              <a:rPr lang="en-US" sz="2295" b="1" spc="275" dirty="0" err="1">
                <a:solidFill>
                  <a:srgbClr val="FEFEFF"/>
                </a:solidFill>
                <a:latin typeface="Inter Semi-Bold"/>
                <a:ea typeface="Inter Semi-Bold"/>
                <a:cs typeface="Inter Semi-Bold"/>
                <a:sym typeface="Inter Semi-Bold"/>
              </a:rPr>
              <a:t>Mendasar</a:t>
            </a:r>
            <a:endParaRPr lang="en-US" sz="2295" b="1" spc="275" dirty="0">
              <a:solidFill>
                <a:srgbClr val="FEFEFF"/>
              </a:solidFill>
              <a:latin typeface="Inter Semi-Bold"/>
              <a:ea typeface="Inter Semi-Bold"/>
              <a:cs typeface="Inter Semi-Bold"/>
              <a:sym typeface="Inter Semi-Bold"/>
            </a:endParaRPr>
          </a:p>
        </p:txBody>
      </p:sp>
      <p:sp>
        <p:nvSpPr>
          <p:cNvPr id="42" name="TextBox 42"/>
          <p:cNvSpPr txBox="1"/>
          <p:nvPr/>
        </p:nvSpPr>
        <p:spPr>
          <a:xfrm>
            <a:off x="3441739" y="3777523"/>
            <a:ext cx="3191427" cy="4163022"/>
          </a:xfrm>
          <a:prstGeom prst="rect">
            <a:avLst/>
          </a:prstGeom>
        </p:spPr>
        <p:txBody>
          <a:bodyPr lIns="0" tIns="0" rIns="0" bIns="0" rtlCol="0" anchor="t">
            <a:spAutoFit/>
          </a:bodyPr>
          <a:lstStyle/>
          <a:p>
            <a:pPr marL="490094" lvl="1" indent="-245047" algn="just">
              <a:lnSpc>
                <a:spcPts val="4744"/>
              </a:lnSpc>
              <a:buFont typeface="Arial"/>
              <a:buChar char="•"/>
            </a:pPr>
            <a:r>
              <a:rPr lang="en-US" sz="2270">
                <a:solidFill>
                  <a:srgbClr val="FEFEFF"/>
                </a:solidFill>
                <a:latin typeface="Poppins"/>
                <a:ea typeface="Poppins"/>
                <a:cs typeface="Poppins"/>
                <a:sym typeface="Poppins"/>
              </a:rPr>
              <a:t>Layout </a:t>
            </a:r>
          </a:p>
          <a:p>
            <a:pPr marL="490094" lvl="1" indent="-245047" algn="just">
              <a:lnSpc>
                <a:spcPts val="4744"/>
              </a:lnSpc>
              <a:buFont typeface="Arial"/>
              <a:buChar char="•"/>
            </a:pPr>
            <a:r>
              <a:rPr lang="en-US" sz="2270">
                <a:solidFill>
                  <a:srgbClr val="FEFEFF"/>
                </a:solidFill>
                <a:latin typeface="Poppins"/>
                <a:ea typeface="Poppins"/>
                <a:cs typeface="Poppins"/>
                <a:sym typeface="Poppins"/>
              </a:rPr>
              <a:t>Color </a:t>
            </a:r>
          </a:p>
          <a:p>
            <a:pPr marL="490094" lvl="1" indent="-245047" algn="just">
              <a:lnSpc>
                <a:spcPts val="4744"/>
              </a:lnSpc>
              <a:buFont typeface="Arial"/>
              <a:buChar char="•"/>
            </a:pPr>
            <a:r>
              <a:rPr lang="en-US" sz="2270">
                <a:solidFill>
                  <a:srgbClr val="FEFEFF"/>
                </a:solidFill>
                <a:latin typeface="Poppins"/>
                <a:ea typeface="Poppins"/>
                <a:cs typeface="Poppins"/>
                <a:sym typeface="Poppins"/>
              </a:rPr>
              <a:t>Typography </a:t>
            </a:r>
          </a:p>
          <a:p>
            <a:pPr marL="490094" lvl="1" indent="-245047" algn="just">
              <a:lnSpc>
                <a:spcPts val="4744"/>
              </a:lnSpc>
              <a:buFont typeface="Arial"/>
              <a:buChar char="•"/>
            </a:pPr>
            <a:r>
              <a:rPr lang="en-US" sz="2270">
                <a:solidFill>
                  <a:srgbClr val="FEFEFF"/>
                </a:solidFill>
                <a:latin typeface="Poppins"/>
                <a:ea typeface="Poppins"/>
                <a:cs typeface="Poppins"/>
                <a:sym typeface="Poppins"/>
              </a:rPr>
              <a:t>Visual Element </a:t>
            </a:r>
          </a:p>
          <a:p>
            <a:pPr marL="490094" lvl="1" indent="-245047" algn="just">
              <a:lnSpc>
                <a:spcPts val="4744"/>
              </a:lnSpc>
              <a:buFont typeface="Arial"/>
              <a:buChar char="•"/>
            </a:pPr>
            <a:r>
              <a:rPr lang="en-US" sz="2270">
                <a:solidFill>
                  <a:srgbClr val="FEFEFF"/>
                </a:solidFill>
                <a:latin typeface="Poppins"/>
                <a:ea typeface="Poppins"/>
                <a:cs typeface="Poppins"/>
                <a:sym typeface="Poppins"/>
              </a:rPr>
              <a:t>Illustrations </a:t>
            </a:r>
          </a:p>
          <a:p>
            <a:pPr marL="490094" lvl="1" indent="-245047" algn="just">
              <a:lnSpc>
                <a:spcPts val="4744"/>
              </a:lnSpc>
              <a:buFont typeface="Arial"/>
              <a:buChar char="•"/>
            </a:pPr>
            <a:r>
              <a:rPr lang="en-US" sz="2270">
                <a:solidFill>
                  <a:srgbClr val="FEFEFF"/>
                </a:solidFill>
                <a:latin typeface="Poppins"/>
                <a:ea typeface="Poppins"/>
                <a:cs typeface="Poppins"/>
                <a:sym typeface="Poppins"/>
              </a:rPr>
              <a:t>Branding </a:t>
            </a:r>
          </a:p>
          <a:p>
            <a:pPr marL="490094" lvl="1" indent="-245047" algn="just">
              <a:lnSpc>
                <a:spcPts val="4744"/>
              </a:lnSpc>
              <a:buFont typeface="Arial"/>
              <a:buChar char="•"/>
            </a:pPr>
            <a:r>
              <a:rPr lang="en-US" sz="2270">
                <a:solidFill>
                  <a:srgbClr val="FEFEFF"/>
                </a:solidFill>
                <a:latin typeface="Poppins"/>
                <a:ea typeface="Poppins"/>
                <a:cs typeface="Poppins"/>
                <a:sym typeface="Poppins"/>
              </a:rPr>
              <a:t>etc</a:t>
            </a:r>
          </a:p>
        </p:txBody>
      </p:sp>
      <p:sp>
        <p:nvSpPr>
          <p:cNvPr id="43" name="TextBox 43"/>
          <p:cNvSpPr txBox="1"/>
          <p:nvPr/>
        </p:nvSpPr>
        <p:spPr>
          <a:xfrm>
            <a:off x="3441739" y="3350621"/>
            <a:ext cx="2501205" cy="417377"/>
          </a:xfrm>
          <a:prstGeom prst="rect">
            <a:avLst/>
          </a:prstGeom>
        </p:spPr>
        <p:txBody>
          <a:bodyPr lIns="0" tIns="0" rIns="0" bIns="0" rtlCol="0" anchor="t">
            <a:spAutoFit/>
          </a:bodyPr>
          <a:lstStyle/>
          <a:p>
            <a:pPr algn="ctr">
              <a:lnSpc>
                <a:spcPts val="3442"/>
              </a:lnSpc>
              <a:spcBef>
                <a:spcPct val="0"/>
              </a:spcBef>
            </a:pPr>
            <a:r>
              <a:rPr lang="en-US" sz="2295" b="1" spc="275">
                <a:solidFill>
                  <a:srgbClr val="FEFEFF"/>
                </a:solidFill>
                <a:latin typeface="Inter Semi-Bold"/>
                <a:ea typeface="Inter Semi-Bold"/>
                <a:cs typeface="Inter Semi-Bold"/>
                <a:sym typeface="Inter Semi-Bold"/>
              </a:rPr>
              <a:t>User Interface</a:t>
            </a:r>
          </a:p>
        </p:txBody>
      </p:sp>
      <p:sp>
        <p:nvSpPr>
          <p:cNvPr id="44" name="TextBox 44"/>
          <p:cNvSpPr txBox="1"/>
          <p:nvPr/>
        </p:nvSpPr>
        <p:spPr>
          <a:xfrm>
            <a:off x="8902649" y="3777523"/>
            <a:ext cx="4272858" cy="4763097"/>
          </a:xfrm>
          <a:prstGeom prst="rect">
            <a:avLst/>
          </a:prstGeom>
        </p:spPr>
        <p:txBody>
          <a:bodyPr lIns="0" tIns="0" rIns="0" bIns="0" rtlCol="0" anchor="t">
            <a:spAutoFit/>
          </a:bodyPr>
          <a:lstStyle/>
          <a:p>
            <a:pPr marL="490094" lvl="1" indent="-245047" algn="just">
              <a:lnSpc>
                <a:spcPts val="4744"/>
              </a:lnSpc>
              <a:buFont typeface="Arial"/>
              <a:buChar char="•"/>
            </a:pPr>
            <a:r>
              <a:rPr lang="en-US" sz="2270">
                <a:solidFill>
                  <a:srgbClr val="FEFEFF"/>
                </a:solidFill>
                <a:latin typeface="Poppins"/>
                <a:ea typeface="Poppins"/>
                <a:cs typeface="Poppins"/>
                <a:sym typeface="Poppins"/>
              </a:rPr>
              <a:t>User Persona </a:t>
            </a:r>
          </a:p>
          <a:p>
            <a:pPr marL="490094" lvl="1" indent="-245047" algn="just">
              <a:lnSpc>
                <a:spcPts val="4744"/>
              </a:lnSpc>
              <a:buFont typeface="Arial"/>
              <a:buChar char="•"/>
            </a:pPr>
            <a:r>
              <a:rPr lang="en-US" sz="2270">
                <a:solidFill>
                  <a:srgbClr val="FEFEFF"/>
                </a:solidFill>
                <a:latin typeface="Poppins"/>
                <a:ea typeface="Poppins"/>
                <a:cs typeface="Poppins"/>
                <a:sym typeface="Poppins"/>
              </a:rPr>
              <a:t>User Journey </a:t>
            </a:r>
          </a:p>
          <a:p>
            <a:pPr marL="490094" lvl="1" indent="-245047" algn="just">
              <a:lnSpc>
                <a:spcPts val="4744"/>
              </a:lnSpc>
              <a:buFont typeface="Arial"/>
              <a:buChar char="•"/>
            </a:pPr>
            <a:r>
              <a:rPr lang="en-US" sz="2270">
                <a:solidFill>
                  <a:srgbClr val="FEFEFF"/>
                </a:solidFill>
                <a:latin typeface="Poppins"/>
                <a:ea typeface="Poppins"/>
                <a:cs typeface="Poppins"/>
                <a:sym typeface="Poppins"/>
              </a:rPr>
              <a:t>User Research </a:t>
            </a:r>
          </a:p>
          <a:p>
            <a:pPr marL="490094" lvl="1" indent="-245047" algn="just">
              <a:lnSpc>
                <a:spcPts val="4744"/>
              </a:lnSpc>
              <a:buFont typeface="Arial"/>
              <a:buChar char="•"/>
            </a:pPr>
            <a:r>
              <a:rPr lang="en-US" sz="2270">
                <a:solidFill>
                  <a:srgbClr val="FEFEFF"/>
                </a:solidFill>
                <a:latin typeface="Poppins"/>
                <a:ea typeface="Poppins"/>
                <a:cs typeface="Poppins"/>
                <a:sym typeface="Poppins"/>
              </a:rPr>
              <a:t>Analysis </a:t>
            </a:r>
          </a:p>
          <a:p>
            <a:pPr marL="490094" lvl="1" indent="-245047" algn="just">
              <a:lnSpc>
                <a:spcPts val="4744"/>
              </a:lnSpc>
              <a:buFont typeface="Arial"/>
              <a:buChar char="•"/>
            </a:pPr>
            <a:r>
              <a:rPr lang="en-US" sz="2270">
                <a:solidFill>
                  <a:srgbClr val="FEFEFF"/>
                </a:solidFill>
                <a:latin typeface="Poppins"/>
                <a:ea typeface="Poppins"/>
                <a:cs typeface="Poppins"/>
                <a:sym typeface="Poppins"/>
              </a:rPr>
              <a:t>Competitive research </a:t>
            </a:r>
          </a:p>
          <a:p>
            <a:pPr marL="490094" lvl="1" indent="-245047" algn="just">
              <a:lnSpc>
                <a:spcPts val="4744"/>
              </a:lnSpc>
              <a:buFont typeface="Arial"/>
              <a:buChar char="•"/>
            </a:pPr>
            <a:r>
              <a:rPr lang="en-US" sz="2270">
                <a:solidFill>
                  <a:srgbClr val="FEFEFF"/>
                </a:solidFill>
                <a:latin typeface="Poppins"/>
                <a:ea typeface="Poppins"/>
                <a:cs typeface="Poppins"/>
                <a:sym typeface="Poppins"/>
              </a:rPr>
              <a:t>Flow </a:t>
            </a:r>
          </a:p>
          <a:p>
            <a:pPr marL="490094" lvl="1" indent="-245047" algn="just">
              <a:lnSpc>
                <a:spcPts val="4744"/>
              </a:lnSpc>
              <a:buFont typeface="Arial"/>
              <a:buChar char="•"/>
            </a:pPr>
            <a:r>
              <a:rPr lang="en-US" sz="2270">
                <a:solidFill>
                  <a:srgbClr val="FEFEFF"/>
                </a:solidFill>
                <a:latin typeface="Poppins"/>
                <a:ea typeface="Poppins"/>
                <a:cs typeface="Poppins"/>
                <a:sym typeface="Poppins"/>
              </a:rPr>
              <a:t>Wireframe</a:t>
            </a:r>
          </a:p>
          <a:p>
            <a:pPr marL="490094" lvl="1" indent="-245047" algn="just">
              <a:lnSpc>
                <a:spcPts val="4744"/>
              </a:lnSpc>
              <a:buFont typeface="Arial"/>
              <a:buChar char="•"/>
            </a:pPr>
            <a:r>
              <a:rPr lang="en-US" sz="2270">
                <a:solidFill>
                  <a:srgbClr val="FEFEFF"/>
                </a:solidFill>
                <a:latin typeface="Poppins"/>
                <a:ea typeface="Poppins"/>
                <a:cs typeface="Poppins"/>
                <a:sym typeface="Poppins"/>
              </a:rPr>
              <a:t>Interaction</a:t>
            </a:r>
          </a:p>
        </p:txBody>
      </p:sp>
      <p:sp>
        <p:nvSpPr>
          <p:cNvPr id="45" name="TextBox 45"/>
          <p:cNvSpPr txBox="1"/>
          <p:nvPr/>
        </p:nvSpPr>
        <p:spPr>
          <a:xfrm>
            <a:off x="8902649" y="3350621"/>
            <a:ext cx="2838301" cy="417377"/>
          </a:xfrm>
          <a:prstGeom prst="rect">
            <a:avLst/>
          </a:prstGeom>
        </p:spPr>
        <p:txBody>
          <a:bodyPr lIns="0" tIns="0" rIns="0" bIns="0" rtlCol="0" anchor="t">
            <a:spAutoFit/>
          </a:bodyPr>
          <a:lstStyle/>
          <a:p>
            <a:pPr algn="ctr">
              <a:lnSpc>
                <a:spcPts val="3442"/>
              </a:lnSpc>
              <a:spcBef>
                <a:spcPct val="0"/>
              </a:spcBef>
            </a:pPr>
            <a:r>
              <a:rPr lang="en-US" sz="2295" b="1" spc="275">
                <a:solidFill>
                  <a:srgbClr val="FEFEFF"/>
                </a:solidFill>
                <a:latin typeface="Inter Semi-Bold"/>
                <a:ea typeface="Inter Semi-Bold"/>
                <a:cs typeface="Inter Semi-Bold"/>
                <a:sym typeface="Inter Semi-Bold"/>
              </a:rPr>
              <a:t>User Experience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2940"/>
        </a:solidFill>
        <a:effectLst/>
      </p:bgPr>
    </p:bg>
    <p:spTree>
      <p:nvGrpSpPr>
        <p:cNvPr id="1" name=""/>
        <p:cNvGrpSpPr/>
        <p:nvPr/>
      </p:nvGrpSpPr>
      <p:grpSpPr>
        <a:xfrm>
          <a:off x="0" y="0"/>
          <a:ext cx="0" cy="0"/>
          <a:chOff x="0" y="0"/>
          <a:chExt cx="0" cy="0"/>
        </a:xfrm>
      </p:grpSpPr>
      <p:sp>
        <p:nvSpPr>
          <p:cNvPr id="2" name="Freeform 2"/>
          <p:cNvSpPr/>
          <p:nvPr/>
        </p:nvSpPr>
        <p:spPr>
          <a:xfrm>
            <a:off x="9525"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15000"/>
            </a:blip>
            <a:stretch>
              <a:fillRect/>
            </a:stretch>
          </a:blipFill>
        </p:spPr>
      </p:sp>
      <p:grpSp>
        <p:nvGrpSpPr>
          <p:cNvPr id="3" name="Group 3"/>
          <p:cNvGrpSpPr/>
          <p:nvPr/>
        </p:nvGrpSpPr>
        <p:grpSpPr>
          <a:xfrm>
            <a:off x="7510084" y="732996"/>
            <a:ext cx="3267833" cy="591408"/>
            <a:chOff x="0" y="0"/>
            <a:chExt cx="4357110" cy="788544"/>
          </a:xfrm>
        </p:grpSpPr>
        <p:sp>
          <p:nvSpPr>
            <p:cNvPr id="4" name="Freeform 4"/>
            <p:cNvSpPr/>
            <p:nvPr/>
          </p:nvSpPr>
          <p:spPr>
            <a:xfrm>
              <a:off x="0" y="0"/>
              <a:ext cx="732988" cy="732988"/>
            </a:xfrm>
            <a:custGeom>
              <a:avLst/>
              <a:gdLst/>
              <a:ahLst/>
              <a:cxnLst/>
              <a:rect l="l" t="t" r="r" b="b"/>
              <a:pathLst>
                <a:path w="732988" h="732988">
                  <a:moveTo>
                    <a:pt x="0" y="0"/>
                  </a:moveTo>
                  <a:lnTo>
                    <a:pt x="732988" y="0"/>
                  </a:lnTo>
                  <a:lnTo>
                    <a:pt x="732988" y="732988"/>
                  </a:lnTo>
                  <a:lnTo>
                    <a:pt x="0" y="732988"/>
                  </a:lnTo>
                  <a:lnTo>
                    <a:pt x="0" y="0"/>
                  </a:lnTo>
                  <a:close/>
                </a:path>
              </a:pathLst>
            </a:custGeom>
            <a:blipFill>
              <a:blip r:embed="rId3"/>
              <a:stretch>
                <a:fillRect/>
              </a:stretch>
            </a:blipFill>
          </p:spPr>
        </p:sp>
        <p:sp>
          <p:nvSpPr>
            <p:cNvPr id="5" name="Freeform 5"/>
            <p:cNvSpPr/>
            <p:nvPr/>
          </p:nvSpPr>
          <p:spPr>
            <a:xfrm>
              <a:off x="935429" y="0"/>
              <a:ext cx="732988" cy="732988"/>
            </a:xfrm>
            <a:custGeom>
              <a:avLst/>
              <a:gdLst/>
              <a:ahLst/>
              <a:cxnLst/>
              <a:rect l="l" t="t" r="r" b="b"/>
              <a:pathLst>
                <a:path w="732988" h="732988">
                  <a:moveTo>
                    <a:pt x="0" y="0"/>
                  </a:moveTo>
                  <a:lnTo>
                    <a:pt x="732988" y="0"/>
                  </a:lnTo>
                  <a:lnTo>
                    <a:pt x="732988" y="732988"/>
                  </a:lnTo>
                  <a:lnTo>
                    <a:pt x="0" y="732988"/>
                  </a:lnTo>
                  <a:lnTo>
                    <a:pt x="0" y="0"/>
                  </a:lnTo>
                  <a:close/>
                </a:path>
              </a:pathLst>
            </a:custGeom>
            <a:blipFill>
              <a:blip r:embed="rId4"/>
              <a:stretch>
                <a:fillRect/>
              </a:stretch>
            </a:blipFill>
          </p:spPr>
        </p:sp>
        <p:sp>
          <p:nvSpPr>
            <p:cNvPr id="6" name="Freeform 6"/>
            <p:cNvSpPr/>
            <p:nvPr/>
          </p:nvSpPr>
          <p:spPr>
            <a:xfrm>
              <a:off x="1872405" y="55556"/>
              <a:ext cx="2484706" cy="732988"/>
            </a:xfrm>
            <a:custGeom>
              <a:avLst/>
              <a:gdLst/>
              <a:ahLst/>
              <a:cxnLst/>
              <a:rect l="l" t="t" r="r" b="b"/>
              <a:pathLst>
                <a:path w="2484706" h="732988">
                  <a:moveTo>
                    <a:pt x="0" y="0"/>
                  </a:moveTo>
                  <a:lnTo>
                    <a:pt x="2484705" y="0"/>
                  </a:lnTo>
                  <a:lnTo>
                    <a:pt x="2484705" y="732988"/>
                  </a:lnTo>
                  <a:lnTo>
                    <a:pt x="0" y="732988"/>
                  </a:lnTo>
                  <a:lnTo>
                    <a:pt x="0" y="0"/>
                  </a:lnTo>
                  <a:close/>
                </a:path>
              </a:pathLst>
            </a:custGeom>
            <a:blipFill>
              <a:blip r:embed="rId5"/>
              <a:stretch>
                <a:fillRect/>
              </a:stretch>
            </a:blipFill>
          </p:spPr>
        </p:sp>
      </p:grpSp>
      <p:grpSp>
        <p:nvGrpSpPr>
          <p:cNvPr id="7" name="Group 7"/>
          <p:cNvGrpSpPr/>
          <p:nvPr/>
        </p:nvGrpSpPr>
        <p:grpSpPr>
          <a:xfrm>
            <a:off x="13819395" y="-1307921"/>
            <a:ext cx="7040355" cy="6307586"/>
            <a:chOff x="0" y="0"/>
            <a:chExt cx="9387141" cy="8410115"/>
          </a:xfrm>
        </p:grpSpPr>
        <p:grpSp>
          <p:nvGrpSpPr>
            <p:cNvPr id="8" name="Group 8"/>
            <p:cNvGrpSpPr/>
            <p:nvPr/>
          </p:nvGrpSpPr>
          <p:grpSpPr>
            <a:xfrm>
              <a:off x="4693570" y="0"/>
              <a:ext cx="4693570" cy="8410115"/>
              <a:chOff x="0" y="0"/>
              <a:chExt cx="948267" cy="1699140"/>
            </a:xfrm>
          </p:grpSpPr>
          <p:sp>
            <p:nvSpPr>
              <p:cNvPr id="9" name="Freeform 9"/>
              <p:cNvSpPr/>
              <p:nvPr/>
            </p:nvSpPr>
            <p:spPr>
              <a:xfrm>
                <a:off x="0" y="0"/>
                <a:ext cx="948267" cy="1699140"/>
              </a:xfrm>
              <a:custGeom>
                <a:avLst/>
                <a:gdLst/>
                <a:ahLst/>
                <a:cxnLst/>
                <a:rect l="l" t="t" r="r" b="b"/>
                <a:pathLst>
                  <a:path w="948267" h="1699140">
                    <a:moveTo>
                      <a:pt x="0" y="849570"/>
                    </a:moveTo>
                    <a:lnTo>
                      <a:pt x="406400" y="0"/>
                    </a:lnTo>
                    <a:lnTo>
                      <a:pt x="406400" y="203200"/>
                    </a:lnTo>
                    <a:lnTo>
                      <a:pt x="948267" y="203200"/>
                    </a:lnTo>
                    <a:lnTo>
                      <a:pt x="948267" y="1495940"/>
                    </a:lnTo>
                    <a:lnTo>
                      <a:pt x="406400" y="1495940"/>
                    </a:lnTo>
                    <a:lnTo>
                      <a:pt x="406400" y="1699140"/>
                    </a:lnTo>
                    <a:lnTo>
                      <a:pt x="0" y="849570"/>
                    </a:lnTo>
                    <a:close/>
                  </a:path>
                </a:pathLst>
              </a:custGeom>
              <a:gradFill rotWithShape="1">
                <a:gsLst>
                  <a:gs pos="0">
                    <a:srgbClr val="CDFFD8">
                      <a:alpha val="100000"/>
                    </a:srgbClr>
                  </a:gs>
                  <a:gs pos="100000">
                    <a:srgbClr val="94B9FF">
                      <a:alpha val="100000"/>
                    </a:srgbClr>
                  </a:gs>
                </a:gsLst>
                <a:lin ang="0"/>
              </a:gradFill>
            </p:spPr>
          </p:sp>
          <p:sp>
            <p:nvSpPr>
              <p:cNvPr id="10" name="TextBox 10"/>
              <p:cNvSpPr txBox="1"/>
              <p:nvPr/>
            </p:nvSpPr>
            <p:spPr>
              <a:xfrm>
                <a:off x="101600" y="146050"/>
                <a:ext cx="846667" cy="1349890"/>
              </a:xfrm>
              <a:prstGeom prst="rect">
                <a:avLst/>
              </a:prstGeom>
            </p:spPr>
            <p:txBody>
              <a:bodyPr lIns="50800" tIns="50800" rIns="50800" bIns="50800" rtlCol="0" anchor="ctr"/>
              <a:lstStyle/>
              <a:p>
                <a:pPr algn="ctr">
                  <a:lnSpc>
                    <a:spcPts val="2486"/>
                  </a:lnSpc>
                </a:pPr>
                <a:endParaRPr/>
              </a:p>
            </p:txBody>
          </p:sp>
        </p:grpSp>
        <p:grpSp>
          <p:nvGrpSpPr>
            <p:cNvPr id="11" name="Group 11"/>
            <p:cNvGrpSpPr/>
            <p:nvPr/>
          </p:nvGrpSpPr>
          <p:grpSpPr>
            <a:xfrm>
              <a:off x="2682040" y="2390174"/>
              <a:ext cx="4023060" cy="1814884"/>
              <a:chOff x="0" y="0"/>
              <a:chExt cx="812800" cy="366671"/>
            </a:xfrm>
          </p:grpSpPr>
          <p:sp>
            <p:nvSpPr>
              <p:cNvPr id="12" name="Freeform 12"/>
              <p:cNvSpPr/>
              <p:nvPr/>
            </p:nvSpPr>
            <p:spPr>
              <a:xfrm>
                <a:off x="0" y="0"/>
                <a:ext cx="812800" cy="366671"/>
              </a:xfrm>
              <a:custGeom>
                <a:avLst/>
                <a:gdLst/>
                <a:ahLst/>
                <a:cxnLst/>
                <a:rect l="l" t="t" r="r" b="b"/>
                <a:pathLst>
                  <a:path w="812800" h="366671">
                    <a:moveTo>
                      <a:pt x="609600" y="0"/>
                    </a:moveTo>
                    <a:lnTo>
                      <a:pt x="0" y="0"/>
                    </a:lnTo>
                    <a:lnTo>
                      <a:pt x="203200" y="366671"/>
                    </a:lnTo>
                    <a:lnTo>
                      <a:pt x="812800" y="366671"/>
                    </a:lnTo>
                    <a:lnTo>
                      <a:pt x="609600" y="0"/>
                    </a:lnTo>
                    <a:close/>
                  </a:path>
                </a:pathLst>
              </a:custGeom>
              <a:solidFill>
                <a:srgbClr val="144D5F"/>
              </a:solidFill>
            </p:spPr>
          </p:sp>
          <p:sp>
            <p:nvSpPr>
              <p:cNvPr id="13" name="TextBox 13"/>
              <p:cNvSpPr txBox="1"/>
              <p:nvPr/>
            </p:nvSpPr>
            <p:spPr>
              <a:xfrm>
                <a:off x="101600" y="-57150"/>
                <a:ext cx="609600" cy="423821"/>
              </a:xfrm>
              <a:prstGeom prst="rect">
                <a:avLst/>
              </a:prstGeom>
            </p:spPr>
            <p:txBody>
              <a:bodyPr lIns="50800" tIns="50800" rIns="50800" bIns="50800" rtlCol="0" anchor="ctr"/>
              <a:lstStyle/>
              <a:p>
                <a:pPr algn="ctr">
                  <a:lnSpc>
                    <a:spcPts val="2486"/>
                  </a:lnSpc>
                </a:pPr>
                <a:endParaRPr/>
              </a:p>
            </p:txBody>
          </p:sp>
        </p:grpSp>
        <p:grpSp>
          <p:nvGrpSpPr>
            <p:cNvPr id="14" name="Group 14"/>
            <p:cNvGrpSpPr/>
            <p:nvPr/>
          </p:nvGrpSpPr>
          <p:grpSpPr>
            <a:xfrm>
              <a:off x="0" y="500864"/>
              <a:ext cx="7716008" cy="2011530"/>
              <a:chOff x="0" y="0"/>
              <a:chExt cx="1558906" cy="406400"/>
            </a:xfrm>
          </p:grpSpPr>
          <p:sp>
            <p:nvSpPr>
              <p:cNvPr id="15" name="Freeform 15"/>
              <p:cNvSpPr/>
              <p:nvPr/>
            </p:nvSpPr>
            <p:spPr>
              <a:xfrm>
                <a:off x="0" y="0"/>
                <a:ext cx="1558906" cy="406400"/>
              </a:xfrm>
              <a:custGeom>
                <a:avLst/>
                <a:gdLst/>
                <a:ahLst/>
                <a:cxnLst/>
                <a:rect l="l" t="t" r="r" b="b"/>
                <a:pathLst>
                  <a:path w="1558906" h="406400">
                    <a:moveTo>
                      <a:pt x="1355706" y="0"/>
                    </a:moveTo>
                    <a:cubicBezTo>
                      <a:pt x="1467930" y="0"/>
                      <a:pt x="1558906" y="90976"/>
                      <a:pt x="1558906" y="203200"/>
                    </a:cubicBezTo>
                    <a:cubicBezTo>
                      <a:pt x="1558906" y="315424"/>
                      <a:pt x="1467930" y="406400"/>
                      <a:pt x="1355706" y="406400"/>
                    </a:cubicBezTo>
                    <a:lnTo>
                      <a:pt x="203200" y="406400"/>
                    </a:lnTo>
                    <a:cubicBezTo>
                      <a:pt x="90976" y="406400"/>
                      <a:pt x="0" y="315424"/>
                      <a:pt x="0" y="203200"/>
                    </a:cubicBezTo>
                    <a:cubicBezTo>
                      <a:pt x="0" y="90976"/>
                      <a:pt x="90976" y="0"/>
                      <a:pt x="203200" y="0"/>
                    </a:cubicBezTo>
                    <a:close/>
                  </a:path>
                </a:pathLst>
              </a:custGeom>
              <a:solidFill>
                <a:srgbClr val="46A0B1"/>
              </a:solidFill>
            </p:spPr>
          </p:sp>
          <p:sp>
            <p:nvSpPr>
              <p:cNvPr id="16" name="TextBox 16"/>
              <p:cNvSpPr txBox="1"/>
              <p:nvPr/>
            </p:nvSpPr>
            <p:spPr>
              <a:xfrm>
                <a:off x="0" y="-57150"/>
                <a:ext cx="1558906" cy="463550"/>
              </a:xfrm>
              <a:prstGeom prst="rect">
                <a:avLst/>
              </a:prstGeom>
            </p:spPr>
            <p:txBody>
              <a:bodyPr lIns="50800" tIns="50800" rIns="50800" bIns="50800" rtlCol="0" anchor="ctr"/>
              <a:lstStyle/>
              <a:p>
                <a:pPr algn="ctr">
                  <a:lnSpc>
                    <a:spcPts val="2486"/>
                  </a:lnSpc>
                </a:pPr>
                <a:endParaRPr/>
              </a:p>
            </p:txBody>
          </p:sp>
        </p:grpSp>
        <p:grpSp>
          <p:nvGrpSpPr>
            <p:cNvPr id="17" name="Group 17"/>
            <p:cNvGrpSpPr/>
            <p:nvPr/>
          </p:nvGrpSpPr>
          <p:grpSpPr>
            <a:xfrm>
              <a:off x="4693570" y="181997"/>
              <a:ext cx="4023060" cy="4023060"/>
              <a:chOff x="0" y="0"/>
              <a:chExt cx="812800" cy="812800"/>
            </a:xfrm>
          </p:grpSpPr>
          <p:sp>
            <p:nvSpPr>
              <p:cNvPr id="18" name="Freeform 18"/>
              <p:cNvSpPr/>
              <p:nvPr/>
            </p:nvSpPr>
            <p:spPr>
              <a:xfrm>
                <a:off x="0" y="0"/>
                <a:ext cx="812800" cy="812800"/>
              </a:xfrm>
              <a:custGeom>
                <a:avLst/>
                <a:gdLst/>
                <a:ahLst/>
                <a:cxnLst/>
                <a:rect l="l" t="t" r="r" b="b"/>
                <a:pathLst>
                  <a:path w="812800" h="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46A0B1"/>
              </a:solidFill>
            </p:spPr>
          </p:sp>
          <p:sp>
            <p:nvSpPr>
              <p:cNvPr id="19" name="TextBox 19"/>
              <p:cNvSpPr txBox="1"/>
              <p:nvPr/>
            </p:nvSpPr>
            <p:spPr>
              <a:xfrm>
                <a:off x="203200" y="-57150"/>
                <a:ext cx="406400" cy="768350"/>
              </a:xfrm>
              <a:prstGeom prst="rect">
                <a:avLst/>
              </a:prstGeom>
            </p:spPr>
            <p:txBody>
              <a:bodyPr lIns="50800" tIns="50800" rIns="50800" bIns="50800" rtlCol="0" anchor="ctr"/>
              <a:lstStyle/>
              <a:p>
                <a:pPr algn="ctr">
                  <a:lnSpc>
                    <a:spcPts val="2486"/>
                  </a:lnSpc>
                </a:pPr>
                <a:endParaRPr/>
              </a:p>
            </p:txBody>
          </p:sp>
        </p:grpSp>
        <p:grpSp>
          <p:nvGrpSpPr>
            <p:cNvPr id="20" name="Group 20"/>
            <p:cNvGrpSpPr/>
            <p:nvPr/>
          </p:nvGrpSpPr>
          <p:grpSpPr>
            <a:xfrm rot="-421994">
              <a:off x="1547198" y="1087681"/>
              <a:ext cx="3507933" cy="5261900"/>
              <a:chOff x="0" y="0"/>
              <a:chExt cx="406400" cy="609600"/>
            </a:xfrm>
          </p:grpSpPr>
          <p:sp>
            <p:nvSpPr>
              <p:cNvPr id="21" name="Freeform 21"/>
              <p:cNvSpPr/>
              <p:nvPr/>
            </p:nvSpPr>
            <p:spPr>
              <a:xfrm>
                <a:off x="0" y="0"/>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gradFill rotWithShape="1">
                <a:gsLst>
                  <a:gs pos="0">
                    <a:srgbClr val="CDFFD8">
                      <a:alpha val="60000"/>
                    </a:srgbClr>
                  </a:gs>
                  <a:gs pos="100000">
                    <a:srgbClr val="94B9FF">
                      <a:alpha val="60000"/>
                    </a:srgbClr>
                  </a:gs>
                </a:gsLst>
                <a:lin ang="0"/>
              </a:gradFill>
            </p:spPr>
          </p:sp>
          <p:sp>
            <p:nvSpPr>
              <p:cNvPr id="22" name="TextBox 22"/>
              <p:cNvSpPr txBox="1"/>
              <p:nvPr/>
            </p:nvSpPr>
            <p:spPr>
              <a:xfrm>
                <a:off x="101600" y="-57150"/>
                <a:ext cx="203200" cy="666750"/>
              </a:xfrm>
              <a:prstGeom prst="rect">
                <a:avLst/>
              </a:prstGeom>
            </p:spPr>
            <p:txBody>
              <a:bodyPr lIns="50800" tIns="50800" rIns="50800" bIns="50800" rtlCol="0" anchor="ctr"/>
              <a:lstStyle/>
              <a:p>
                <a:pPr algn="ctr">
                  <a:lnSpc>
                    <a:spcPts val="2486"/>
                  </a:lnSpc>
                </a:pPr>
                <a:endParaRPr/>
              </a:p>
            </p:txBody>
          </p:sp>
        </p:grpSp>
      </p:grpSp>
      <p:grpSp>
        <p:nvGrpSpPr>
          <p:cNvPr id="23" name="Group 23"/>
          <p:cNvGrpSpPr/>
          <p:nvPr/>
        </p:nvGrpSpPr>
        <p:grpSpPr>
          <a:xfrm>
            <a:off x="-1705191" y="6469644"/>
            <a:ext cx="5713901" cy="4834459"/>
            <a:chOff x="0" y="0"/>
            <a:chExt cx="7618535" cy="6445946"/>
          </a:xfrm>
        </p:grpSpPr>
        <p:grpSp>
          <p:nvGrpSpPr>
            <p:cNvPr id="24" name="Group 24"/>
            <p:cNvGrpSpPr/>
            <p:nvPr/>
          </p:nvGrpSpPr>
          <p:grpSpPr>
            <a:xfrm>
              <a:off x="0" y="0"/>
              <a:ext cx="3516247" cy="6084231"/>
              <a:chOff x="0" y="0"/>
              <a:chExt cx="812800" cy="1406404"/>
            </a:xfrm>
          </p:grpSpPr>
          <p:sp>
            <p:nvSpPr>
              <p:cNvPr id="25" name="Freeform 25"/>
              <p:cNvSpPr/>
              <p:nvPr/>
            </p:nvSpPr>
            <p:spPr>
              <a:xfrm>
                <a:off x="0" y="0"/>
                <a:ext cx="812800" cy="1406404"/>
              </a:xfrm>
              <a:custGeom>
                <a:avLst/>
                <a:gdLst/>
                <a:ahLst/>
                <a:cxnLst/>
                <a:rect l="l" t="t" r="r" b="b"/>
                <a:pathLst>
                  <a:path w="812800" h="1406404">
                    <a:moveTo>
                      <a:pt x="812800" y="703202"/>
                    </a:moveTo>
                    <a:lnTo>
                      <a:pt x="406400" y="0"/>
                    </a:lnTo>
                    <a:lnTo>
                      <a:pt x="406400" y="203200"/>
                    </a:lnTo>
                    <a:lnTo>
                      <a:pt x="0" y="203200"/>
                    </a:lnTo>
                    <a:lnTo>
                      <a:pt x="0" y="1203204"/>
                    </a:lnTo>
                    <a:lnTo>
                      <a:pt x="406400" y="1203204"/>
                    </a:lnTo>
                    <a:lnTo>
                      <a:pt x="406400" y="1406404"/>
                    </a:lnTo>
                    <a:lnTo>
                      <a:pt x="812800" y="703202"/>
                    </a:lnTo>
                    <a:close/>
                  </a:path>
                </a:pathLst>
              </a:custGeom>
              <a:gradFill rotWithShape="1">
                <a:gsLst>
                  <a:gs pos="0">
                    <a:srgbClr val="CDFFD8">
                      <a:alpha val="100000"/>
                    </a:srgbClr>
                  </a:gs>
                  <a:gs pos="100000">
                    <a:srgbClr val="94B9FF">
                      <a:alpha val="100000"/>
                    </a:srgbClr>
                  </a:gs>
                </a:gsLst>
                <a:lin ang="0"/>
              </a:gradFill>
            </p:spPr>
          </p:sp>
          <p:sp>
            <p:nvSpPr>
              <p:cNvPr id="26" name="TextBox 26"/>
              <p:cNvSpPr txBox="1"/>
              <p:nvPr/>
            </p:nvSpPr>
            <p:spPr>
              <a:xfrm>
                <a:off x="0" y="146050"/>
                <a:ext cx="711200" cy="1057154"/>
              </a:xfrm>
              <a:prstGeom prst="rect">
                <a:avLst/>
              </a:prstGeom>
            </p:spPr>
            <p:txBody>
              <a:bodyPr lIns="50800" tIns="50800" rIns="50800" bIns="50800" rtlCol="0" anchor="ctr"/>
              <a:lstStyle/>
              <a:p>
                <a:pPr algn="ctr">
                  <a:lnSpc>
                    <a:spcPts val="2486"/>
                  </a:lnSpc>
                </a:pPr>
                <a:endParaRPr/>
              </a:p>
            </p:txBody>
          </p:sp>
        </p:grpSp>
        <p:grpSp>
          <p:nvGrpSpPr>
            <p:cNvPr id="27" name="Group 27"/>
            <p:cNvGrpSpPr/>
            <p:nvPr/>
          </p:nvGrpSpPr>
          <p:grpSpPr>
            <a:xfrm>
              <a:off x="1758123" y="3007515"/>
              <a:ext cx="3516247" cy="2637185"/>
              <a:chOff x="0" y="0"/>
              <a:chExt cx="812800" cy="609600"/>
            </a:xfrm>
          </p:grpSpPr>
          <p:sp>
            <p:nvSpPr>
              <p:cNvPr id="28" name="Freeform 28"/>
              <p:cNvSpPr/>
              <p:nvPr/>
            </p:nvSpPr>
            <p:spPr>
              <a:xfrm>
                <a:off x="0" y="0"/>
                <a:ext cx="812800" cy="609600"/>
              </a:xfrm>
              <a:custGeom>
                <a:avLst/>
                <a:gdLst/>
                <a:ahLst/>
                <a:cxnLst/>
                <a:rect l="l" t="t" r="r" b="b"/>
                <a:pathLst>
                  <a:path w="812800" h="609600">
                    <a:moveTo>
                      <a:pt x="609600" y="0"/>
                    </a:moveTo>
                    <a:lnTo>
                      <a:pt x="0" y="0"/>
                    </a:lnTo>
                    <a:lnTo>
                      <a:pt x="203200" y="609600"/>
                    </a:lnTo>
                    <a:lnTo>
                      <a:pt x="812800" y="609600"/>
                    </a:lnTo>
                    <a:lnTo>
                      <a:pt x="609600" y="0"/>
                    </a:lnTo>
                    <a:close/>
                  </a:path>
                </a:pathLst>
              </a:custGeom>
              <a:solidFill>
                <a:srgbClr val="144D5F"/>
              </a:solidFill>
            </p:spPr>
          </p:sp>
          <p:sp>
            <p:nvSpPr>
              <p:cNvPr id="29" name="TextBox 29"/>
              <p:cNvSpPr txBox="1"/>
              <p:nvPr/>
            </p:nvSpPr>
            <p:spPr>
              <a:xfrm>
                <a:off x="101600" y="-57150"/>
                <a:ext cx="609600" cy="666750"/>
              </a:xfrm>
              <a:prstGeom prst="rect">
                <a:avLst/>
              </a:prstGeom>
            </p:spPr>
            <p:txBody>
              <a:bodyPr lIns="50800" tIns="50800" rIns="50800" bIns="50800" rtlCol="0" anchor="ctr"/>
              <a:lstStyle/>
              <a:p>
                <a:pPr algn="ctr">
                  <a:lnSpc>
                    <a:spcPts val="2486"/>
                  </a:lnSpc>
                </a:pPr>
                <a:endParaRPr/>
              </a:p>
            </p:txBody>
          </p:sp>
        </p:grpSp>
        <p:grpSp>
          <p:nvGrpSpPr>
            <p:cNvPr id="30" name="Group 30"/>
            <p:cNvGrpSpPr/>
            <p:nvPr/>
          </p:nvGrpSpPr>
          <p:grpSpPr>
            <a:xfrm>
              <a:off x="435526" y="4326107"/>
              <a:ext cx="7183009" cy="1758123"/>
              <a:chOff x="0" y="0"/>
              <a:chExt cx="1660392" cy="406400"/>
            </a:xfrm>
          </p:grpSpPr>
          <p:sp>
            <p:nvSpPr>
              <p:cNvPr id="31" name="Freeform 31"/>
              <p:cNvSpPr/>
              <p:nvPr/>
            </p:nvSpPr>
            <p:spPr>
              <a:xfrm>
                <a:off x="0" y="0"/>
                <a:ext cx="1660392" cy="406400"/>
              </a:xfrm>
              <a:custGeom>
                <a:avLst/>
                <a:gdLst/>
                <a:ahLst/>
                <a:cxnLst/>
                <a:rect l="l" t="t" r="r" b="b"/>
                <a:pathLst>
                  <a:path w="1660392" h="406400">
                    <a:moveTo>
                      <a:pt x="1457192" y="0"/>
                    </a:moveTo>
                    <a:cubicBezTo>
                      <a:pt x="1569417" y="0"/>
                      <a:pt x="1660392" y="90976"/>
                      <a:pt x="1660392" y="203200"/>
                    </a:cubicBezTo>
                    <a:cubicBezTo>
                      <a:pt x="1660392" y="315424"/>
                      <a:pt x="1569417" y="406400"/>
                      <a:pt x="1457192" y="406400"/>
                    </a:cubicBezTo>
                    <a:lnTo>
                      <a:pt x="203200" y="406400"/>
                    </a:lnTo>
                    <a:cubicBezTo>
                      <a:pt x="90976" y="406400"/>
                      <a:pt x="0" y="315424"/>
                      <a:pt x="0" y="203200"/>
                    </a:cubicBezTo>
                    <a:cubicBezTo>
                      <a:pt x="0" y="90976"/>
                      <a:pt x="90976" y="0"/>
                      <a:pt x="203200" y="0"/>
                    </a:cubicBezTo>
                    <a:close/>
                  </a:path>
                </a:pathLst>
              </a:custGeom>
              <a:solidFill>
                <a:srgbClr val="46A0B1"/>
              </a:solidFill>
            </p:spPr>
          </p:sp>
          <p:sp>
            <p:nvSpPr>
              <p:cNvPr id="32" name="TextBox 32"/>
              <p:cNvSpPr txBox="1"/>
              <p:nvPr/>
            </p:nvSpPr>
            <p:spPr>
              <a:xfrm>
                <a:off x="0" y="-57150"/>
                <a:ext cx="1660392" cy="463550"/>
              </a:xfrm>
              <a:prstGeom prst="rect">
                <a:avLst/>
              </a:prstGeom>
            </p:spPr>
            <p:txBody>
              <a:bodyPr lIns="50800" tIns="50800" rIns="50800" bIns="50800" rtlCol="0" anchor="ctr"/>
              <a:lstStyle/>
              <a:p>
                <a:pPr algn="ctr">
                  <a:lnSpc>
                    <a:spcPts val="2486"/>
                  </a:lnSpc>
                </a:pPr>
                <a:endParaRPr/>
              </a:p>
            </p:txBody>
          </p:sp>
        </p:grpSp>
        <p:grpSp>
          <p:nvGrpSpPr>
            <p:cNvPr id="33" name="Group 33"/>
            <p:cNvGrpSpPr/>
            <p:nvPr/>
          </p:nvGrpSpPr>
          <p:grpSpPr>
            <a:xfrm>
              <a:off x="0" y="2929699"/>
              <a:ext cx="3516247" cy="3516247"/>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lnTo>
                      <a:pt x="0" y="406400"/>
                    </a:lnTo>
                    <a:lnTo>
                      <a:pt x="203200" y="406400"/>
                    </a:lnTo>
                    <a:lnTo>
                      <a:pt x="203200" y="812800"/>
                    </a:lnTo>
                    <a:lnTo>
                      <a:pt x="609600" y="812800"/>
                    </a:lnTo>
                    <a:lnTo>
                      <a:pt x="609600" y="406400"/>
                    </a:lnTo>
                    <a:lnTo>
                      <a:pt x="812800" y="406400"/>
                    </a:lnTo>
                    <a:lnTo>
                      <a:pt x="406400" y="0"/>
                    </a:lnTo>
                    <a:close/>
                  </a:path>
                </a:pathLst>
              </a:custGeom>
              <a:solidFill>
                <a:srgbClr val="46A0B1"/>
              </a:solidFill>
            </p:spPr>
          </p:sp>
          <p:sp>
            <p:nvSpPr>
              <p:cNvPr id="35" name="TextBox 35"/>
              <p:cNvSpPr txBox="1"/>
              <p:nvPr/>
            </p:nvSpPr>
            <p:spPr>
              <a:xfrm>
                <a:off x="203200" y="44450"/>
                <a:ext cx="406400" cy="768350"/>
              </a:xfrm>
              <a:prstGeom prst="rect">
                <a:avLst/>
              </a:prstGeom>
            </p:spPr>
            <p:txBody>
              <a:bodyPr lIns="50800" tIns="50800" rIns="50800" bIns="50800" rtlCol="0" anchor="ctr"/>
              <a:lstStyle/>
              <a:p>
                <a:pPr algn="ctr">
                  <a:lnSpc>
                    <a:spcPts val="2486"/>
                  </a:lnSpc>
                </a:pPr>
                <a:endParaRPr/>
              </a:p>
            </p:txBody>
          </p:sp>
        </p:grpSp>
        <p:grpSp>
          <p:nvGrpSpPr>
            <p:cNvPr id="36" name="Group 36"/>
            <p:cNvGrpSpPr/>
            <p:nvPr/>
          </p:nvGrpSpPr>
          <p:grpSpPr>
            <a:xfrm rot="-729709">
              <a:off x="3337933" y="1236507"/>
              <a:ext cx="3066014" cy="4599021"/>
              <a:chOff x="0" y="0"/>
              <a:chExt cx="406400" cy="609600"/>
            </a:xfrm>
          </p:grpSpPr>
          <p:sp>
            <p:nvSpPr>
              <p:cNvPr id="37" name="Freeform 37"/>
              <p:cNvSpPr/>
              <p:nvPr/>
            </p:nvSpPr>
            <p:spPr>
              <a:xfrm>
                <a:off x="0" y="0"/>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gradFill rotWithShape="1">
                <a:gsLst>
                  <a:gs pos="0">
                    <a:srgbClr val="CDFFD8">
                      <a:alpha val="60000"/>
                    </a:srgbClr>
                  </a:gs>
                  <a:gs pos="100000">
                    <a:srgbClr val="94B9FF">
                      <a:alpha val="60000"/>
                    </a:srgbClr>
                  </a:gs>
                </a:gsLst>
                <a:lin ang="0"/>
              </a:gradFill>
            </p:spPr>
          </p:sp>
          <p:sp>
            <p:nvSpPr>
              <p:cNvPr id="38" name="TextBox 38"/>
              <p:cNvSpPr txBox="1"/>
              <p:nvPr/>
            </p:nvSpPr>
            <p:spPr>
              <a:xfrm>
                <a:off x="101600" y="-57150"/>
                <a:ext cx="203200" cy="666750"/>
              </a:xfrm>
              <a:prstGeom prst="rect">
                <a:avLst/>
              </a:prstGeom>
            </p:spPr>
            <p:txBody>
              <a:bodyPr lIns="50800" tIns="50800" rIns="50800" bIns="50800" rtlCol="0" anchor="ctr"/>
              <a:lstStyle/>
              <a:p>
                <a:pPr algn="ctr">
                  <a:lnSpc>
                    <a:spcPts val="2486"/>
                  </a:lnSpc>
                </a:pPr>
                <a:endParaRPr/>
              </a:p>
            </p:txBody>
          </p:sp>
        </p:grpSp>
      </p:grpSp>
      <p:sp>
        <p:nvSpPr>
          <p:cNvPr id="39" name="Freeform 39"/>
          <p:cNvSpPr/>
          <p:nvPr/>
        </p:nvSpPr>
        <p:spPr>
          <a:xfrm>
            <a:off x="15245913" y="9258300"/>
            <a:ext cx="2595326" cy="648832"/>
          </a:xfrm>
          <a:custGeom>
            <a:avLst/>
            <a:gdLst/>
            <a:ahLst/>
            <a:cxnLst/>
            <a:rect l="l" t="t" r="r" b="b"/>
            <a:pathLst>
              <a:path w="2595326" h="648832">
                <a:moveTo>
                  <a:pt x="0" y="0"/>
                </a:moveTo>
                <a:lnTo>
                  <a:pt x="2595326" y="0"/>
                </a:lnTo>
                <a:lnTo>
                  <a:pt x="2595326" y="648832"/>
                </a:lnTo>
                <a:lnTo>
                  <a:pt x="0" y="648832"/>
                </a:lnTo>
                <a:lnTo>
                  <a:pt x="0" y="0"/>
                </a:lnTo>
                <a:close/>
              </a:path>
            </a:pathLst>
          </a:custGeom>
          <a:blipFill>
            <a:blip r:embed="rId6"/>
            <a:stretch>
              <a:fillRect/>
            </a:stretch>
          </a:blipFill>
        </p:spPr>
      </p:sp>
      <p:sp>
        <p:nvSpPr>
          <p:cNvPr id="40" name="Freeform 40"/>
          <p:cNvSpPr/>
          <p:nvPr/>
        </p:nvSpPr>
        <p:spPr>
          <a:xfrm>
            <a:off x="8488925" y="2144562"/>
            <a:ext cx="7690588" cy="5997876"/>
          </a:xfrm>
          <a:custGeom>
            <a:avLst/>
            <a:gdLst/>
            <a:ahLst/>
            <a:cxnLst/>
            <a:rect l="l" t="t" r="r" b="b"/>
            <a:pathLst>
              <a:path w="7690588" h="5997876">
                <a:moveTo>
                  <a:pt x="0" y="0"/>
                </a:moveTo>
                <a:lnTo>
                  <a:pt x="7690589" y="0"/>
                </a:lnTo>
                <a:lnTo>
                  <a:pt x="7690589" y="5997876"/>
                </a:lnTo>
                <a:lnTo>
                  <a:pt x="0" y="5997876"/>
                </a:lnTo>
                <a:lnTo>
                  <a:pt x="0" y="0"/>
                </a:lnTo>
                <a:close/>
              </a:path>
            </a:pathLst>
          </a:custGeom>
          <a:blipFill>
            <a:blip r:embed="rId7"/>
            <a:stretch>
              <a:fillRect/>
            </a:stretch>
          </a:blipFill>
        </p:spPr>
      </p:sp>
      <p:sp>
        <p:nvSpPr>
          <p:cNvPr id="41" name="TextBox 41"/>
          <p:cNvSpPr txBox="1"/>
          <p:nvPr/>
        </p:nvSpPr>
        <p:spPr>
          <a:xfrm>
            <a:off x="1028700" y="2670051"/>
            <a:ext cx="4620866" cy="1123950"/>
          </a:xfrm>
          <a:prstGeom prst="rect">
            <a:avLst/>
          </a:prstGeom>
        </p:spPr>
        <p:txBody>
          <a:bodyPr lIns="0" tIns="0" rIns="0" bIns="0" rtlCol="0" anchor="t">
            <a:spAutoFit/>
          </a:bodyPr>
          <a:lstStyle/>
          <a:p>
            <a:pPr algn="l">
              <a:lnSpc>
                <a:spcPts val="8400"/>
              </a:lnSpc>
            </a:pPr>
            <a:r>
              <a:rPr lang="en-US" sz="8000" spc="160">
                <a:solidFill>
                  <a:srgbClr val="FEFEFF"/>
                </a:solidFill>
                <a:latin typeface="Norwester"/>
                <a:ea typeface="Norwester"/>
                <a:cs typeface="Norwester"/>
                <a:sym typeface="Norwester"/>
              </a:rPr>
              <a:t>UI &amp; UX</a:t>
            </a:r>
          </a:p>
        </p:txBody>
      </p:sp>
      <p:sp>
        <p:nvSpPr>
          <p:cNvPr id="42" name="TextBox 42"/>
          <p:cNvSpPr txBox="1"/>
          <p:nvPr/>
        </p:nvSpPr>
        <p:spPr>
          <a:xfrm>
            <a:off x="1028700" y="2224099"/>
            <a:ext cx="3771900" cy="397481"/>
          </a:xfrm>
          <a:prstGeom prst="rect">
            <a:avLst/>
          </a:prstGeom>
        </p:spPr>
        <p:txBody>
          <a:bodyPr wrap="square" lIns="0" tIns="0" rIns="0" bIns="0" rtlCol="0" anchor="t">
            <a:spAutoFit/>
          </a:bodyPr>
          <a:lstStyle/>
          <a:p>
            <a:pPr>
              <a:lnSpc>
                <a:spcPts val="3442"/>
              </a:lnSpc>
              <a:spcBef>
                <a:spcPct val="0"/>
              </a:spcBef>
            </a:pPr>
            <a:r>
              <a:rPr lang="en-US" sz="2295" b="1" spc="275" dirty="0" err="1">
                <a:solidFill>
                  <a:srgbClr val="FEFEFF"/>
                </a:solidFill>
                <a:latin typeface="Inter Semi-Bold"/>
                <a:ea typeface="Inter Semi-Bold"/>
                <a:cs typeface="Inter Semi-Bold"/>
                <a:sym typeface="Inter Semi-Bold"/>
              </a:rPr>
              <a:t>Contoh</a:t>
            </a:r>
            <a:r>
              <a:rPr lang="en-US" sz="2295" b="1" spc="275" dirty="0">
                <a:solidFill>
                  <a:srgbClr val="FEFEFF"/>
                </a:solidFill>
                <a:latin typeface="Inter Semi-Bold"/>
                <a:ea typeface="Inter Semi-Bold"/>
                <a:cs typeface="Inter Semi-Bold"/>
                <a:sym typeface="Inter Semi-Bold"/>
              </a:rPr>
              <a:t> </a:t>
            </a:r>
            <a:r>
              <a:rPr lang="en-US" sz="2295" b="1" spc="275" dirty="0" err="1">
                <a:solidFill>
                  <a:srgbClr val="FEFEFF"/>
                </a:solidFill>
                <a:latin typeface="Inter Semi-Bold"/>
                <a:ea typeface="Inter Semi-Bold"/>
                <a:cs typeface="Inter Semi-Bold"/>
                <a:sym typeface="Inter Semi-Bold"/>
              </a:rPr>
              <a:t>Sederhana</a:t>
            </a:r>
            <a:endParaRPr lang="en-US" sz="2295" b="1" spc="275" dirty="0">
              <a:solidFill>
                <a:srgbClr val="FEFEFF"/>
              </a:solidFill>
              <a:latin typeface="Inter Semi-Bold"/>
              <a:ea typeface="Inter Semi-Bold"/>
              <a:cs typeface="Inter Semi-Bold"/>
              <a:sym typeface="Inter Semi-Bold"/>
            </a:endParaRPr>
          </a:p>
        </p:txBody>
      </p:sp>
      <p:sp>
        <p:nvSpPr>
          <p:cNvPr id="43" name="TextBox 43"/>
          <p:cNvSpPr txBox="1"/>
          <p:nvPr/>
        </p:nvSpPr>
        <p:spPr>
          <a:xfrm>
            <a:off x="1028700" y="4263299"/>
            <a:ext cx="6260582" cy="1693727"/>
          </a:xfrm>
          <a:prstGeom prst="rect">
            <a:avLst/>
          </a:prstGeom>
        </p:spPr>
        <p:txBody>
          <a:bodyPr lIns="0" tIns="0" rIns="0" bIns="0" rtlCol="0" anchor="t">
            <a:spAutoFit/>
          </a:bodyPr>
          <a:lstStyle/>
          <a:p>
            <a:pPr algn="l">
              <a:lnSpc>
                <a:spcPts val="3442"/>
              </a:lnSpc>
              <a:spcBef>
                <a:spcPct val="0"/>
              </a:spcBef>
            </a:pPr>
            <a:r>
              <a:rPr lang="en-US" sz="2295" spc="275">
                <a:solidFill>
                  <a:srgbClr val="FEFEFF"/>
                </a:solidFill>
                <a:latin typeface="Inter"/>
                <a:ea typeface="Inter"/>
                <a:cs typeface="Inter"/>
                <a:sym typeface="Inter"/>
              </a:rPr>
              <a:t>Secara visual bisa diliat gelas ini bisa diliat cakep, gemes, lucu karena mirip dengan ekspresi &amp; muka kucing.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2940"/>
        </a:solidFill>
        <a:effectLst/>
      </p:bgPr>
    </p:bg>
    <p:spTree>
      <p:nvGrpSpPr>
        <p:cNvPr id="1" name=""/>
        <p:cNvGrpSpPr/>
        <p:nvPr/>
      </p:nvGrpSpPr>
      <p:grpSpPr>
        <a:xfrm>
          <a:off x="0" y="0"/>
          <a:ext cx="0" cy="0"/>
          <a:chOff x="0" y="0"/>
          <a:chExt cx="0" cy="0"/>
        </a:xfrm>
      </p:grpSpPr>
      <p:sp>
        <p:nvSpPr>
          <p:cNvPr id="2" name="Freeform 2"/>
          <p:cNvSpPr/>
          <p:nvPr/>
        </p:nvSpPr>
        <p:spPr>
          <a:xfrm>
            <a:off x="9525"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15000"/>
            </a:blip>
            <a:stretch>
              <a:fillRect/>
            </a:stretch>
          </a:blipFill>
        </p:spPr>
      </p:sp>
      <p:grpSp>
        <p:nvGrpSpPr>
          <p:cNvPr id="3" name="Group 3"/>
          <p:cNvGrpSpPr/>
          <p:nvPr/>
        </p:nvGrpSpPr>
        <p:grpSpPr>
          <a:xfrm>
            <a:off x="7510084" y="732996"/>
            <a:ext cx="3267833" cy="591408"/>
            <a:chOff x="0" y="0"/>
            <a:chExt cx="4357110" cy="788544"/>
          </a:xfrm>
        </p:grpSpPr>
        <p:sp>
          <p:nvSpPr>
            <p:cNvPr id="4" name="Freeform 4"/>
            <p:cNvSpPr/>
            <p:nvPr/>
          </p:nvSpPr>
          <p:spPr>
            <a:xfrm>
              <a:off x="0" y="0"/>
              <a:ext cx="732988" cy="732988"/>
            </a:xfrm>
            <a:custGeom>
              <a:avLst/>
              <a:gdLst/>
              <a:ahLst/>
              <a:cxnLst/>
              <a:rect l="l" t="t" r="r" b="b"/>
              <a:pathLst>
                <a:path w="732988" h="732988">
                  <a:moveTo>
                    <a:pt x="0" y="0"/>
                  </a:moveTo>
                  <a:lnTo>
                    <a:pt x="732988" y="0"/>
                  </a:lnTo>
                  <a:lnTo>
                    <a:pt x="732988" y="732988"/>
                  </a:lnTo>
                  <a:lnTo>
                    <a:pt x="0" y="732988"/>
                  </a:lnTo>
                  <a:lnTo>
                    <a:pt x="0" y="0"/>
                  </a:lnTo>
                  <a:close/>
                </a:path>
              </a:pathLst>
            </a:custGeom>
            <a:blipFill>
              <a:blip r:embed="rId3"/>
              <a:stretch>
                <a:fillRect/>
              </a:stretch>
            </a:blipFill>
          </p:spPr>
        </p:sp>
        <p:sp>
          <p:nvSpPr>
            <p:cNvPr id="5" name="Freeform 5"/>
            <p:cNvSpPr/>
            <p:nvPr/>
          </p:nvSpPr>
          <p:spPr>
            <a:xfrm>
              <a:off x="935429" y="0"/>
              <a:ext cx="732988" cy="732988"/>
            </a:xfrm>
            <a:custGeom>
              <a:avLst/>
              <a:gdLst/>
              <a:ahLst/>
              <a:cxnLst/>
              <a:rect l="l" t="t" r="r" b="b"/>
              <a:pathLst>
                <a:path w="732988" h="732988">
                  <a:moveTo>
                    <a:pt x="0" y="0"/>
                  </a:moveTo>
                  <a:lnTo>
                    <a:pt x="732988" y="0"/>
                  </a:lnTo>
                  <a:lnTo>
                    <a:pt x="732988" y="732988"/>
                  </a:lnTo>
                  <a:lnTo>
                    <a:pt x="0" y="732988"/>
                  </a:lnTo>
                  <a:lnTo>
                    <a:pt x="0" y="0"/>
                  </a:lnTo>
                  <a:close/>
                </a:path>
              </a:pathLst>
            </a:custGeom>
            <a:blipFill>
              <a:blip r:embed="rId4"/>
              <a:stretch>
                <a:fillRect/>
              </a:stretch>
            </a:blipFill>
          </p:spPr>
        </p:sp>
        <p:sp>
          <p:nvSpPr>
            <p:cNvPr id="6" name="Freeform 6"/>
            <p:cNvSpPr/>
            <p:nvPr/>
          </p:nvSpPr>
          <p:spPr>
            <a:xfrm>
              <a:off x="1872405" y="55556"/>
              <a:ext cx="2484706" cy="732988"/>
            </a:xfrm>
            <a:custGeom>
              <a:avLst/>
              <a:gdLst/>
              <a:ahLst/>
              <a:cxnLst/>
              <a:rect l="l" t="t" r="r" b="b"/>
              <a:pathLst>
                <a:path w="2484706" h="732988">
                  <a:moveTo>
                    <a:pt x="0" y="0"/>
                  </a:moveTo>
                  <a:lnTo>
                    <a:pt x="2484705" y="0"/>
                  </a:lnTo>
                  <a:lnTo>
                    <a:pt x="2484705" y="732988"/>
                  </a:lnTo>
                  <a:lnTo>
                    <a:pt x="0" y="732988"/>
                  </a:lnTo>
                  <a:lnTo>
                    <a:pt x="0" y="0"/>
                  </a:lnTo>
                  <a:close/>
                </a:path>
              </a:pathLst>
            </a:custGeom>
            <a:blipFill>
              <a:blip r:embed="rId5"/>
              <a:stretch>
                <a:fillRect/>
              </a:stretch>
            </a:blipFill>
          </p:spPr>
        </p:sp>
      </p:grpSp>
      <p:grpSp>
        <p:nvGrpSpPr>
          <p:cNvPr id="7" name="Group 7"/>
          <p:cNvGrpSpPr/>
          <p:nvPr/>
        </p:nvGrpSpPr>
        <p:grpSpPr>
          <a:xfrm>
            <a:off x="13819395" y="-1307921"/>
            <a:ext cx="7040355" cy="6307586"/>
            <a:chOff x="0" y="0"/>
            <a:chExt cx="9387141" cy="8410115"/>
          </a:xfrm>
        </p:grpSpPr>
        <p:grpSp>
          <p:nvGrpSpPr>
            <p:cNvPr id="8" name="Group 8"/>
            <p:cNvGrpSpPr/>
            <p:nvPr/>
          </p:nvGrpSpPr>
          <p:grpSpPr>
            <a:xfrm>
              <a:off x="4693570" y="0"/>
              <a:ext cx="4693570" cy="8410115"/>
              <a:chOff x="0" y="0"/>
              <a:chExt cx="948267" cy="1699140"/>
            </a:xfrm>
          </p:grpSpPr>
          <p:sp>
            <p:nvSpPr>
              <p:cNvPr id="9" name="Freeform 9"/>
              <p:cNvSpPr/>
              <p:nvPr/>
            </p:nvSpPr>
            <p:spPr>
              <a:xfrm>
                <a:off x="0" y="0"/>
                <a:ext cx="948267" cy="1699140"/>
              </a:xfrm>
              <a:custGeom>
                <a:avLst/>
                <a:gdLst/>
                <a:ahLst/>
                <a:cxnLst/>
                <a:rect l="l" t="t" r="r" b="b"/>
                <a:pathLst>
                  <a:path w="948267" h="1699140">
                    <a:moveTo>
                      <a:pt x="0" y="849570"/>
                    </a:moveTo>
                    <a:lnTo>
                      <a:pt x="406400" y="0"/>
                    </a:lnTo>
                    <a:lnTo>
                      <a:pt x="406400" y="203200"/>
                    </a:lnTo>
                    <a:lnTo>
                      <a:pt x="948267" y="203200"/>
                    </a:lnTo>
                    <a:lnTo>
                      <a:pt x="948267" y="1495940"/>
                    </a:lnTo>
                    <a:lnTo>
                      <a:pt x="406400" y="1495940"/>
                    </a:lnTo>
                    <a:lnTo>
                      <a:pt x="406400" y="1699140"/>
                    </a:lnTo>
                    <a:lnTo>
                      <a:pt x="0" y="849570"/>
                    </a:lnTo>
                    <a:close/>
                  </a:path>
                </a:pathLst>
              </a:custGeom>
              <a:gradFill rotWithShape="1">
                <a:gsLst>
                  <a:gs pos="0">
                    <a:srgbClr val="CDFFD8">
                      <a:alpha val="100000"/>
                    </a:srgbClr>
                  </a:gs>
                  <a:gs pos="100000">
                    <a:srgbClr val="94B9FF">
                      <a:alpha val="100000"/>
                    </a:srgbClr>
                  </a:gs>
                </a:gsLst>
                <a:lin ang="0"/>
              </a:gradFill>
            </p:spPr>
          </p:sp>
          <p:sp>
            <p:nvSpPr>
              <p:cNvPr id="10" name="TextBox 10"/>
              <p:cNvSpPr txBox="1"/>
              <p:nvPr/>
            </p:nvSpPr>
            <p:spPr>
              <a:xfrm>
                <a:off x="101600" y="146050"/>
                <a:ext cx="846667" cy="1349890"/>
              </a:xfrm>
              <a:prstGeom prst="rect">
                <a:avLst/>
              </a:prstGeom>
            </p:spPr>
            <p:txBody>
              <a:bodyPr lIns="50800" tIns="50800" rIns="50800" bIns="50800" rtlCol="0" anchor="ctr"/>
              <a:lstStyle/>
              <a:p>
                <a:pPr algn="ctr">
                  <a:lnSpc>
                    <a:spcPts val="2486"/>
                  </a:lnSpc>
                </a:pPr>
                <a:endParaRPr/>
              </a:p>
            </p:txBody>
          </p:sp>
        </p:grpSp>
        <p:grpSp>
          <p:nvGrpSpPr>
            <p:cNvPr id="11" name="Group 11"/>
            <p:cNvGrpSpPr/>
            <p:nvPr/>
          </p:nvGrpSpPr>
          <p:grpSpPr>
            <a:xfrm>
              <a:off x="2682040" y="2390174"/>
              <a:ext cx="4023060" cy="1814884"/>
              <a:chOff x="0" y="0"/>
              <a:chExt cx="812800" cy="366671"/>
            </a:xfrm>
          </p:grpSpPr>
          <p:sp>
            <p:nvSpPr>
              <p:cNvPr id="12" name="Freeform 12"/>
              <p:cNvSpPr/>
              <p:nvPr/>
            </p:nvSpPr>
            <p:spPr>
              <a:xfrm>
                <a:off x="0" y="0"/>
                <a:ext cx="812800" cy="366671"/>
              </a:xfrm>
              <a:custGeom>
                <a:avLst/>
                <a:gdLst/>
                <a:ahLst/>
                <a:cxnLst/>
                <a:rect l="l" t="t" r="r" b="b"/>
                <a:pathLst>
                  <a:path w="812800" h="366671">
                    <a:moveTo>
                      <a:pt x="609600" y="0"/>
                    </a:moveTo>
                    <a:lnTo>
                      <a:pt x="0" y="0"/>
                    </a:lnTo>
                    <a:lnTo>
                      <a:pt x="203200" y="366671"/>
                    </a:lnTo>
                    <a:lnTo>
                      <a:pt x="812800" y="366671"/>
                    </a:lnTo>
                    <a:lnTo>
                      <a:pt x="609600" y="0"/>
                    </a:lnTo>
                    <a:close/>
                  </a:path>
                </a:pathLst>
              </a:custGeom>
              <a:solidFill>
                <a:srgbClr val="144D5F"/>
              </a:solidFill>
            </p:spPr>
          </p:sp>
          <p:sp>
            <p:nvSpPr>
              <p:cNvPr id="13" name="TextBox 13"/>
              <p:cNvSpPr txBox="1"/>
              <p:nvPr/>
            </p:nvSpPr>
            <p:spPr>
              <a:xfrm>
                <a:off x="101600" y="-57150"/>
                <a:ext cx="609600" cy="423821"/>
              </a:xfrm>
              <a:prstGeom prst="rect">
                <a:avLst/>
              </a:prstGeom>
            </p:spPr>
            <p:txBody>
              <a:bodyPr lIns="50800" tIns="50800" rIns="50800" bIns="50800" rtlCol="0" anchor="ctr"/>
              <a:lstStyle/>
              <a:p>
                <a:pPr algn="ctr">
                  <a:lnSpc>
                    <a:spcPts val="2486"/>
                  </a:lnSpc>
                </a:pPr>
                <a:endParaRPr/>
              </a:p>
            </p:txBody>
          </p:sp>
        </p:grpSp>
        <p:grpSp>
          <p:nvGrpSpPr>
            <p:cNvPr id="14" name="Group 14"/>
            <p:cNvGrpSpPr/>
            <p:nvPr/>
          </p:nvGrpSpPr>
          <p:grpSpPr>
            <a:xfrm>
              <a:off x="0" y="500864"/>
              <a:ext cx="7716008" cy="2011530"/>
              <a:chOff x="0" y="0"/>
              <a:chExt cx="1558906" cy="406400"/>
            </a:xfrm>
          </p:grpSpPr>
          <p:sp>
            <p:nvSpPr>
              <p:cNvPr id="15" name="Freeform 15"/>
              <p:cNvSpPr/>
              <p:nvPr/>
            </p:nvSpPr>
            <p:spPr>
              <a:xfrm>
                <a:off x="0" y="0"/>
                <a:ext cx="1558906" cy="406400"/>
              </a:xfrm>
              <a:custGeom>
                <a:avLst/>
                <a:gdLst/>
                <a:ahLst/>
                <a:cxnLst/>
                <a:rect l="l" t="t" r="r" b="b"/>
                <a:pathLst>
                  <a:path w="1558906" h="406400">
                    <a:moveTo>
                      <a:pt x="1355706" y="0"/>
                    </a:moveTo>
                    <a:cubicBezTo>
                      <a:pt x="1467930" y="0"/>
                      <a:pt x="1558906" y="90976"/>
                      <a:pt x="1558906" y="203200"/>
                    </a:cubicBezTo>
                    <a:cubicBezTo>
                      <a:pt x="1558906" y="315424"/>
                      <a:pt x="1467930" y="406400"/>
                      <a:pt x="1355706" y="406400"/>
                    </a:cubicBezTo>
                    <a:lnTo>
                      <a:pt x="203200" y="406400"/>
                    </a:lnTo>
                    <a:cubicBezTo>
                      <a:pt x="90976" y="406400"/>
                      <a:pt x="0" y="315424"/>
                      <a:pt x="0" y="203200"/>
                    </a:cubicBezTo>
                    <a:cubicBezTo>
                      <a:pt x="0" y="90976"/>
                      <a:pt x="90976" y="0"/>
                      <a:pt x="203200" y="0"/>
                    </a:cubicBezTo>
                    <a:close/>
                  </a:path>
                </a:pathLst>
              </a:custGeom>
              <a:solidFill>
                <a:srgbClr val="46A0B1"/>
              </a:solidFill>
            </p:spPr>
          </p:sp>
          <p:sp>
            <p:nvSpPr>
              <p:cNvPr id="16" name="TextBox 16"/>
              <p:cNvSpPr txBox="1"/>
              <p:nvPr/>
            </p:nvSpPr>
            <p:spPr>
              <a:xfrm>
                <a:off x="0" y="-57150"/>
                <a:ext cx="1558906" cy="463550"/>
              </a:xfrm>
              <a:prstGeom prst="rect">
                <a:avLst/>
              </a:prstGeom>
            </p:spPr>
            <p:txBody>
              <a:bodyPr lIns="50800" tIns="50800" rIns="50800" bIns="50800" rtlCol="0" anchor="ctr"/>
              <a:lstStyle/>
              <a:p>
                <a:pPr algn="ctr">
                  <a:lnSpc>
                    <a:spcPts val="2486"/>
                  </a:lnSpc>
                </a:pPr>
                <a:endParaRPr/>
              </a:p>
            </p:txBody>
          </p:sp>
        </p:grpSp>
        <p:grpSp>
          <p:nvGrpSpPr>
            <p:cNvPr id="17" name="Group 17"/>
            <p:cNvGrpSpPr/>
            <p:nvPr/>
          </p:nvGrpSpPr>
          <p:grpSpPr>
            <a:xfrm>
              <a:off x="4693570" y="181997"/>
              <a:ext cx="4023060" cy="4023060"/>
              <a:chOff x="0" y="0"/>
              <a:chExt cx="812800" cy="812800"/>
            </a:xfrm>
          </p:grpSpPr>
          <p:sp>
            <p:nvSpPr>
              <p:cNvPr id="18" name="Freeform 18"/>
              <p:cNvSpPr/>
              <p:nvPr/>
            </p:nvSpPr>
            <p:spPr>
              <a:xfrm>
                <a:off x="0" y="0"/>
                <a:ext cx="812800" cy="812800"/>
              </a:xfrm>
              <a:custGeom>
                <a:avLst/>
                <a:gdLst/>
                <a:ahLst/>
                <a:cxnLst/>
                <a:rect l="l" t="t" r="r" b="b"/>
                <a:pathLst>
                  <a:path w="812800" h="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46A0B1"/>
              </a:solidFill>
            </p:spPr>
          </p:sp>
          <p:sp>
            <p:nvSpPr>
              <p:cNvPr id="19" name="TextBox 19"/>
              <p:cNvSpPr txBox="1"/>
              <p:nvPr/>
            </p:nvSpPr>
            <p:spPr>
              <a:xfrm>
                <a:off x="203200" y="-57150"/>
                <a:ext cx="406400" cy="768350"/>
              </a:xfrm>
              <a:prstGeom prst="rect">
                <a:avLst/>
              </a:prstGeom>
            </p:spPr>
            <p:txBody>
              <a:bodyPr lIns="50800" tIns="50800" rIns="50800" bIns="50800" rtlCol="0" anchor="ctr"/>
              <a:lstStyle/>
              <a:p>
                <a:pPr algn="ctr">
                  <a:lnSpc>
                    <a:spcPts val="2486"/>
                  </a:lnSpc>
                </a:pPr>
                <a:endParaRPr/>
              </a:p>
            </p:txBody>
          </p:sp>
        </p:grpSp>
        <p:grpSp>
          <p:nvGrpSpPr>
            <p:cNvPr id="20" name="Group 20"/>
            <p:cNvGrpSpPr/>
            <p:nvPr/>
          </p:nvGrpSpPr>
          <p:grpSpPr>
            <a:xfrm rot="-421994">
              <a:off x="1547198" y="1087681"/>
              <a:ext cx="3507933" cy="5261900"/>
              <a:chOff x="0" y="0"/>
              <a:chExt cx="406400" cy="609600"/>
            </a:xfrm>
          </p:grpSpPr>
          <p:sp>
            <p:nvSpPr>
              <p:cNvPr id="21" name="Freeform 21"/>
              <p:cNvSpPr/>
              <p:nvPr/>
            </p:nvSpPr>
            <p:spPr>
              <a:xfrm>
                <a:off x="0" y="0"/>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gradFill rotWithShape="1">
                <a:gsLst>
                  <a:gs pos="0">
                    <a:srgbClr val="CDFFD8">
                      <a:alpha val="60000"/>
                    </a:srgbClr>
                  </a:gs>
                  <a:gs pos="100000">
                    <a:srgbClr val="94B9FF">
                      <a:alpha val="60000"/>
                    </a:srgbClr>
                  </a:gs>
                </a:gsLst>
                <a:lin ang="0"/>
              </a:gradFill>
            </p:spPr>
          </p:sp>
          <p:sp>
            <p:nvSpPr>
              <p:cNvPr id="22" name="TextBox 22"/>
              <p:cNvSpPr txBox="1"/>
              <p:nvPr/>
            </p:nvSpPr>
            <p:spPr>
              <a:xfrm>
                <a:off x="101600" y="-57150"/>
                <a:ext cx="203200" cy="666750"/>
              </a:xfrm>
              <a:prstGeom prst="rect">
                <a:avLst/>
              </a:prstGeom>
            </p:spPr>
            <p:txBody>
              <a:bodyPr lIns="50800" tIns="50800" rIns="50800" bIns="50800" rtlCol="0" anchor="ctr"/>
              <a:lstStyle/>
              <a:p>
                <a:pPr algn="ctr">
                  <a:lnSpc>
                    <a:spcPts val="2486"/>
                  </a:lnSpc>
                </a:pPr>
                <a:endParaRPr/>
              </a:p>
            </p:txBody>
          </p:sp>
        </p:grpSp>
      </p:grpSp>
      <p:grpSp>
        <p:nvGrpSpPr>
          <p:cNvPr id="23" name="Group 23"/>
          <p:cNvGrpSpPr/>
          <p:nvPr/>
        </p:nvGrpSpPr>
        <p:grpSpPr>
          <a:xfrm>
            <a:off x="-1705191" y="6469644"/>
            <a:ext cx="5713901" cy="4834459"/>
            <a:chOff x="0" y="0"/>
            <a:chExt cx="7618535" cy="6445946"/>
          </a:xfrm>
        </p:grpSpPr>
        <p:grpSp>
          <p:nvGrpSpPr>
            <p:cNvPr id="24" name="Group 24"/>
            <p:cNvGrpSpPr/>
            <p:nvPr/>
          </p:nvGrpSpPr>
          <p:grpSpPr>
            <a:xfrm>
              <a:off x="0" y="0"/>
              <a:ext cx="3516247" cy="6084231"/>
              <a:chOff x="0" y="0"/>
              <a:chExt cx="812800" cy="1406404"/>
            </a:xfrm>
          </p:grpSpPr>
          <p:sp>
            <p:nvSpPr>
              <p:cNvPr id="25" name="Freeform 25"/>
              <p:cNvSpPr/>
              <p:nvPr/>
            </p:nvSpPr>
            <p:spPr>
              <a:xfrm>
                <a:off x="0" y="0"/>
                <a:ext cx="812800" cy="1406404"/>
              </a:xfrm>
              <a:custGeom>
                <a:avLst/>
                <a:gdLst/>
                <a:ahLst/>
                <a:cxnLst/>
                <a:rect l="l" t="t" r="r" b="b"/>
                <a:pathLst>
                  <a:path w="812800" h="1406404">
                    <a:moveTo>
                      <a:pt x="812800" y="703202"/>
                    </a:moveTo>
                    <a:lnTo>
                      <a:pt x="406400" y="0"/>
                    </a:lnTo>
                    <a:lnTo>
                      <a:pt x="406400" y="203200"/>
                    </a:lnTo>
                    <a:lnTo>
                      <a:pt x="0" y="203200"/>
                    </a:lnTo>
                    <a:lnTo>
                      <a:pt x="0" y="1203204"/>
                    </a:lnTo>
                    <a:lnTo>
                      <a:pt x="406400" y="1203204"/>
                    </a:lnTo>
                    <a:lnTo>
                      <a:pt x="406400" y="1406404"/>
                    </a:lnTo>
                    <a:lnTo>
                      <a:pt x="812800" y="703202"/>
                    </a:lnTo>
                    <a:close/>
                  </a:path>
                </a:pathLst>
              </a:custGeom>
              <a:gradFill rotWithShape="1">
                <a:gsLst>
                  <a:gs pos="0">
                    <a:srgbClr val="CDFFD8">
                      <a:alpha val="100000"/>
                    </a:srgbClr>
                  </a:gs>
                  <a:gs pos="100000">
                    <a:srgbClr val="94B9FF">
                      <a:alpha val="100000"/>
                    </a:srgbClr>
                  </a:gs>
                </a:gsLst>
                <a:lin ang="0"/>
              </a:gradFill>
            </p:spPr>
          </p:sp>
          <p:sp>
            <p:nvSpPr>
              <p:cNvPr id="26" name="TextBox 26"/>
              <p:cNvSpPr txBox="1"/>
              <p:nvPr/>
            </p:nvSpPr>
            <p:spPr>
              <a:xfrm>
                <a:off x="0" y="146050"/>
                <a:ext cx="711200" cy="1057154"/>
              </a:xfrm>
              <a:prstGeom prst="rect">
                <a:avLst/>
              </a:prstGeom>
            </p:spPr>
            <p:txBody>
              <a:bodyPr lIns="50800" tIns="50800" rIns="50800" bIns="50800" rtlCol="0" anchor="ctr"/>
              <a:lstStyle/>
              <a:p>
                <a:pPr algn="ctr">
                  <a:lnSpc>
                    <a:spcPts val="2486"/>
                  </a:lnSpc>
                </a:pPr>
                <a:endParaRPr/>
              </a:p>
            </p:txBody>
          </p:sp>
        </p:grpSp>
        <p:grpSp>
          <p:nvGrpSpPr>
            <p:cNvPr id="27" name="Group 27"/>
            <p:cNvGrpSpPr/>
            <p:nvPr/>
          </p:nvGrpSpPr>
          <p:grpSpPr>
            <a:xfrm>
              <a:off x="1758123" y="3007515"/>
              <a:ext cx="3516247" cy="2637185"/>
              <a:chOff x="0" y="0"/>
              <a:chExt cx="812800" cy="609600"/>
            </a:xfrm>
          </p:grpSpPr>
          <p:sp>
            <p:nvSpPr>
              <p:cNvPr id="28" name="Freeform 28"/>
              <p:cNvSpPr/>
              <p:nvPr/>
            </p:nvSpPr>
            <p:spPr>
              <a:xfrm>
                <a:off x="0" y="0"/>
                <a:ext cx="812800" cy="609600"/>
              </a:xfrm>
              <a:custGeom>
                <a:avLst/>
                <a:gdLst/>
                <a:ahLst/>
                <a:cxnLst/>
                <a:rect l="l" t="t" r="r" b="b"/>
                <a:pathLst>
                  <a:path w="812800" h="609600">
                    <a:moveTo>
                      <a:pt x="609600" y="0"/>
                    </a:moveTo>
                    <a:lnTo>
                      <a:pt x="0" y="0"/>
                    </a:lnTo>
                    <a:lnTo>
                      <a:pt x="203200" y="609600"/>
                    </a:lnTo>
                    <a:lnTo>
                      <a:pt x="812800" y="609600"/>
                    </a:lnTo>
                    <a:lnTo>
                      <a:pt x="609600" y="0"/>
                    </a:lnTo>
                    <a:close/>
                  </a:path>
                </a:pathLst>
              </a:custGeom>
              <a:solidFill>
                <a:srgbClr val="144D5F"/>
              </a:solidFill>
            </p:spPr>
          </p:sp>
          <p:sp>
            <p:nvSpPr>
              <p:cNvPr id="29" name="TextBox 29"/>
              <p:cNvSpPr txBox="1"/>
              <p:nvPr/>
            </p:nvSpPr>
            <p:spPr>
              <a:xfrm>
                <a:off x="101600" y="-57150"/>
                <a:ext cx="609600" cy="666750"/>
              </a:xfrm>
              <a:prstGeom prst="rect">
                <a:avLst/>
              </a:prstGeom>
            </p:spPr>
            <p:txBody>
              <a:bodyPr lIns="50800" tIns="50800" rIns="50800" bIns="50800" rtlCol="0" anchor="ctr"/>
              <a:lstStyle/>
              <a:p>
                <a:pPr algn="ctr">
                  <a:lnSpc>
                    <a:spcPts val="2486"/>
                  </a:lnSpc>
                </a:pPr>
                <a:endParaRPr/>
              </a:p>
            </p:txBody>
          </p:sp>
        </p:grpSp>
        <p:grpSp>
          <p:nvGrpSpPr>
            <p:cNvPr id="30" name="Group 30"/>
            <p:cNvGrpSpPr/>
            <p:nvPr/>
          </p:nvGrpSpPr>
          <p:grpSpPr>
            <a:xfrm>
              <a:off x="435526" y="4326107"/>
              <a:ext cx="7183009" cy="1758123"/>
              <a:chOff x="0" y="0"/>
              <a:chExt cx="1660392" cy="406400"/>
            </a:xfrm>
          </p:grpSpPr>
          <p:sp>
            <p:nvSpPr>
              <p:cNvPr id="31" name="Freeform 31"/>
              <p:cNvSpPr/>
              <p:nvPr/>
            </p:nvSpPr>
            <p:spPr>
              <a:xfrm>
                <a:off x="0" y="0"/>
                <a:ext cx="1660392" cy="406400"/>
              </a:xfrm>
              <a:custGeom>
                <a:avLst/>
                <a:gdLst/>
                <a:ahLst/>
                <a:cxnLst/>
                <a:rect l="l" t="t" r="r" b="b"/>
                <a:pathLst>
                  <a:path w="1660392" h="406400">
                    <a:moveTo>
                      <a:pt x="1457192" y="0"/>
                    </a:moveTo>
                    <a:cubicBezTo>
                      <a:pt x="1569417" y="0"/>
                      <a:pt x="1660392" y="90976"/>
                      <a:pt x="1660392" y="203200"/>
                    </a:cubicBezTo>
                    <a:cubicBezTo>
                      <a:pt x="1660392" y="315424"/>
                      <a:pt x="1569417" y="406400"/>
                      <a:pt x="1457192" y="406400"/>
                    </a:cubicBezTo>
                    <a:lnTo>
                      <a:pt x="203200" y="406400"/>
                    </a:lnTo>
                    <a:cubicBezTo>
                      <a:pt x="90976" y="406400"/>
                      <a:pt x="0" y="315424"/>
                      <a:pt x="0" y="203200"/>
                    </a:cubicBezTo>
                    <a:cubicBezTo>
                      <a:pt x="0" y="90976"/>
                      <a:pt x="90976" y="0"/>
                      <a:pt x="203200" y="0"/>
                    </a:cubicBezTo>
                    <a:close/>
                  </a:path>
                </a:pathLst>
              </a:custGeom>
              <a:solidFill>
                <a:srgbClr val="46A0B1"/>
              </a:solidFill>
            </p:spPr>
          </p:sp>
          <p:sp>
            <p:nvSpPr>
              <p:cNvPr id="32" name="TextBox 32"/>
              <p:cNvSpPr txBox="1"/>
              <p:nvPr/>
            </p:nvSpPr>
            <p:spPr>
              <a:xfrm>
                <a:off x="0" y="-57150"/>
                <a:ext cx="1660392" cy="463550"/>
              </a:xfrm>
              <a:prstGeom prst="rect">
                <a:avLst/>
              </a:prstGeom>
            </p:spPr>
            <p:txBody>
              <a:bodyPr lIns="50800" tIns="50800" rIns="50800" bIns="50800" rtlCol="0" anchor="ctr"/>
              <a:lstStyle/>
              <a:p>
                <a:pPr algn="ctr">
                  <a:lnSpc>
                    <a:spcPts val="2486"/>
                  </a:lnSpc>
                </a:pPr>
                <a:endParaRPr/>
              </a:p>
            </p:txBody>
          </p:sp>
        </p:grpSp>
        <p:grpSp>
          <p:nvGrpSpPr>
            <p:cNvPr id="33" name="Group 33"/>
            <p:cNvGrpSpPr/>
            <p:nvPr/>
          </p:nvGrpSpPr>
          <p:grpSpPr>
            <a:xfrm>
              <a:off x="0" y="2929699"/>
              <a:ext cx="3516247" cy="3516247"/>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lnTo>
                      <a:pt x="0" y="406400"/>
                    </a:lnTo>
                    <a:lnTo>
                      <a:pt x="203200" y="406400"/>
                    </a:lnTo>
                    <a:lnTo>
                      <a:pt x="203200" y="812800"/>
                    </a:lnTo>
                    <a:lnTo>
                      <a:pt x="609600" y="812800"/>
                    </a:lnTo>
                    <a:lnTo>
                      <a:pt x="609600" y="406400"/>
                    </a:lnTo>
                    <a:lnTo>
                      <a:pt x="812800" y="406400"/>
                    </a:lnTo>
                    <a:lnTo>
                      <a:pt x="406400" y="0"/>
                    </a:lnTo>
                    <a:close/>
                  </a:path>
                </a:pathLst>
              </a:custGeom>
              <a:solidFill>
                <a:srgbClr val="46A0B1"/>
              </a:solidFill>
            </p:spPr>
          </p:sp>
          <p:sp>
            <p:nvSpPr>
              <p:cNvPr id="35" name="TextBox 35"/>
              <p:cNvSpPr txBox="1"/>
              <p:nvPr/>
            </p:nvSpPr>
            <p:spPr>
              <a:xfrm>
                <a:off x="203200" y="44450"/>
                <a:ext cx="406400" cy="768350"/>
              </a:xfrm>
              <a:prstGeom prst="rect">
                <a:avLst/>
              </a:prstGeom>
            </p:spPr>
            <p:txBody>
              <a:bodyPr lIns="50800" tIns="50800" rIns="50800" bIns="50800" rtlCol="0" anchor="ctr"/>
              <a:lstStyle/>
              <a:p>
                <a:pPr algn="ctr">
                  <a:lnSpc>
                    <a:spcPts val="2486"/>
                  </a:lnSpc>
                </a:pPr>
                <a:endParaRPr/>
              </a:p>
            </p:txBody>
          </p:sp>
        </p:grpSp>
        <p:grpSp>
          <p:nvGrpSpPr>
            <p:cNvPr id="36" name="Group 36"/>
            <p:cNvGrpSpPr/>
            <p:nvPr/>
          </p:nvGrpSpPr>
          <p:grpSpPr>
            <a:xfrm rot="-729709">
              <a:off x="3337933" y="1236507"/>
              <a:ext cx="3066014" cy="4599021"/>
              <a:chOff x="0" y="0"/>
              <a:chExt cx="406400" cy="609600"/>
            </a:xfrm>
          </p:grpSpPr>
          <p:sp>
            <p:nvSpPr>
              <p:cNvPr id="37" name="Freeform 37"/>
              <p:cNvSpPr/>
              <p:nvPr/>
            </p:nvSpPr>
            <p:spPr>
              <a:xfrm>
                <a:off x="0" y="0"/>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gradFill rotWithShape="1">
                <a:gsLst>
                  <a:gs pos="0">
                    <a:srgbClr val="CDFFD8">
                      <a:alpha val="60000"/>
                    </a:srgbClr>
                  </a:gs>
                  <a:gs pos="100000">
                    <a:srgbClr val="94B9FF">
                      <a:alpha val="60000"/>
                    </a:srgbClr>
                  </a:gs>
                </a:gsLst>
                <a:lin ang="0"/>
              </a:gradFill>
            </p:spPr>
          </p:sp>
          <p:sp>
            <p:nvSpPr>
              <p:cNvPr id="38" name="TextBox 38"/>
              <p:cNvSpPr txBox="1"/>
              <p:nvPr/>
            </p:nvSpPr>
            <p:spPr>
              <a:xfrm>
                <a:off x="101600" y="-57150"/>
                <a:ext cx="203200" cy="666750"/>
              </a:xfrm>
              <a:prstGeom prst="rect">
                <a:avLst/>
              </a:prstGeom>
            </p:spPr>
            <p:txBody>
              <a:bodyPr lIns="50800" tIns="50800" rIns="50800" bIns="50800" rtlCol="0" anchor="ctr"/>
              <a:lstStyle/>
              <a:p>
                <a:pPr algn="ctr">
                  <a:lnSpc>
                    <a:spcPts val="2486"/>
                  </a:lnSpc>
                </a:pPr>
                <a:endParaRPr/>
              </a:p>
            </p:txBody>
          </p:sp>
        </p:grpSp>
      </p:grpSp>
      <p:sp>
        <p:nvSpPr>
          <p:cNvPr id="39" name="Freeform 39"/>
          <p:cNvSpPr/>
          <p:nvPr/>
        </p:nvSpPr>
        <p:spPr>
          <a:xfrm>
            <a:off x="15245913" y="9258300"/>
            <a:ext cx="2595326" cy="648832"/>
          </a:xfrm>
          <a:custGeom>
            <a:avLst/>
            <a:gdLst/>
            <a:ahLst/>
            <a:cxnLst/>
            <a:rect l="l" t="t" r="r" b="b"/>
            <a:pathLst>
              <a:path w="2595326" h="648832">
                <a:moveTo>
                  <a:pt x="0" y="0"/>
                </a:moveTo>
                <a:lnTo>
                  <a:pt x="2595326" y="0"/>
                </a:lnTo>
                <a:lnTo>
                  <a:pt x="2595326" y="648832"/>
                </a:lnTo>
                <a:lnTo>
                  <a:pt x="0" y="648832"/>
                </a:lnTo>
                <a:lnTo>
                  <a:pt x="0" y="0"/>
                </a:lnTo>
                <a:close/>
              </a:path>
            </a:pathLst>
          </a:custGeom>
          <a:blipFill>
            <a:blip r:embed="rId6"/>
            <a:stretch>
              <a:fillRect/>
            </a:stretch>
          </a:blipFill>
        </p:spPr>
      </p:sp>
      <p:sp>
        <p:nvSpPr>
          <p:cNvPr id="40" name="Freeform 40"/>
          <p:cNvSpPr/>
          <p:nvPr/>
        </p:nvSpPr>
        <p:spPr>
          <a:xfrm>
            <a:off x="10180214" y="2055422"/>
            <a:ext cx="4253940" cy="6796236"/>
          </a:xfrm>
          <a:custGeom>
            <a:avLst/>
            <a:gdLst/>
            <a:ahLst/>
            <a:cxnLst/>
            <a:rect l="l" t="t" r="r" b="b"/>
            <a:pathLst>
              <a:path w="4253940" h="6796236">
                <a:moveTo>
                  <a:pt x="0" y="0"/>
                </a:moveTo>
                <a:lnTo>
                  <a:pt x="4253940" y="0"/>
                </a:lnTo>
                <a:lnTo>
                  <a:pt x="4253940" y="6796236"/>
                </a:lnTo>
                <a:lnTo>
                  <a:pt x="0" y="6796236"/>
                </a:lnTo>
                <a:lnTo>
                  <a:pt x="0" y="0"/>
                </a:lnTo>
                <a:close/>
              </a:path>
            </a:pathLst>
          </a:custGeom>
          <a:blipFill>
            <a:blip r:embed="rId7"/>
            <a:stretch>
              <a:fillRect/>
            </a:stretch>
          </a:blipFill>
        </p:spPr>
      </p:sp>
      <p:sp>
        <p:nvSpPr>
          <p:cNvPr id="41" name="TextBox 41"/>
          <p:cNvSpPr txBox="1"/>
          <p:nvPr/>
        </p:nvSpPr>
        <p:spPr>
          <a:xfrm>
            <a:off x="1028700" y="2670051"/>
            <a:ext cx="4620866" cy="1123950"/>
          </a:xfrm>
          <a:prstGeom prst="rect">
            <a:avLst/>
          </a:prstGeom>
        </p:spPr>
        <p:txBody>
          <a:bodyPr lIns="0" tIns="0" rIns="0" bIns="0" rtlCol="0" anchor="t">
            <a:spAutoFit/>
          </a:bodyPr>
          <a:lstStyle/>
          <a:p>
            <a:pPr algn="l">
              <a:lnSpc>
                <a:spcPts val="8400"/>
              </a:lnSpc>
            </a:pPr>
            <a:r>
              <a:rPr lang="en-US" sz="8000" spc="160">
                <a:solidFill>
                  <a:srgbClr val="FEFEFF"/>
                </a:solidFill>
                <a:latin typeface="Norwester"/>
                <a:ea typeface="Norwester"/>
                <a:cs typeface="Norwester"/>
                <a:sym typeface="Norwester"/>
              </a:rPr>
              <a:t>UI &amp; UX</a:t>
            </a:r>
          </a:p>
        </p:txBody>
      </p:sp>
      <p:sp>
        <p:nvSpPr>
          <p:cNvPr id="42" name="TextBox 42"/>
          <p:cNvSpPr txBox="1"/>
          <p:nvPr/>
        </p:nvSpPr>
        <p:spPr>
          <a:xfrm>
            <a:off x="1028700" y="2185999"/>
            <a:ext cx="4076700" cy="397481"/>
          </a:xfrm>
          <a:prstGeom prst="rect">
            <a:avLst/>
          </a:prstGeom>
        </p:spPr>
        <p:txBody>
          <a:bodyPr wrap="square" lIns="0" tIns="0" rIns="0" bIns="0" rtlCol="0" anchor="t">
            <a:spAutoFit/>
          </a:bodyPr>
          <a:lstStyle/>
          <a:p>
            <a:pPr>
              <a:lnSpc>
                <a:spcPts val="3442"/>
              </a:lnSpc>
              <a:spcBef>
                <a:spcPct val="0"/>
              </a:spcBef>
            </a:pPr>
            <a:r>
              <a:rPr lang="en-US" sz="2295" b="1" spc="275" dirty="0" err="1">
                <a:solidFill>
                  <a:srgbClr val="FEFEFF"/>
                </a:solidFill>
                <a:latin typeface="Inter Semi-Bold"/>
                <a:ea typeface="Inter Semi-Bold"/>
                <a:cs typeface="Inter Semi-Bold"/>
                <a:sym typeface="Inter Semi-Bold"/>
              </a:rPr>
              <a:t>Contoh</a:t>
            </a:r>
            <a:r>
              <a:rPr lang="en-US" sz="2295" b="1" spc="275" dirty="0">
                <a:solidFill>
                  <a:srgbClr val="FEFEFF"/>
                </a:solidFill>
                <a:latin typeface="Inter Semi-Bold"/>
                <a:ea typeface="Inter Semi-Bold"/>
                <a:cs typeface="Inter Semi-Bold"/>
                <a:sym typeface="Inter Semi-Bold"/>
              </a:rPr>
              <a:t> </a:t>
            </a:r>
            <a:r>
              <a:rPr lang="en-US" sz="2295" b="1" spc="275" dirty="0" err="1">
                <a:solidFill>
                  <a:srgbClr val="FEFEFF"/>
                </a:solidFill>
                <a:latin typeface="Inter Semi-Bold"/>
                <a:ea typeface="Inter Semi-Bold"/>
                <a:cs typeface="Inter Semi-Bold"/>
                <a:sym typeface="Inter Semi-Bold"/>
              </a:rPr>
              <a:t>Sederhana</a:t>
            </a:r>
            <a:endParaRPr lang="en-US" sz="2295" b="1" spc="275" dirty="0">
              <a:solidFill>
                <a:srgbClr val="FEFEFF"/>
              </a:solidFill>
              <a:latin typeface="Inter Semi-Bold"/>
              <a:ea typeface="Inter Semi-Bold"/>
              <a:cs typeface="Inter Semi-Bold"/>
              <a:sym typeface="Inter Semi-Bold"/>
            </a:endParaRPr>
          </a:p>
        </p:txBody>
      </p:sp>
      <p:sp>
        <p:nvSpPr>
          <p:cNvPr id="43" name="TextBox 43"/>
          <p:cNvSpPr txBox="1"/>
          <p:nvPr/>
        </p:nvSpPr>
        <p:spPr>
          <a:xfrm>
            <a:off x="1028700" y="4263299"/>
            <a:ext cx="6260582" cy="2979602"/>
          </a:xfrm>
          <a:prstGeom prst="rect">
            <a:avLst/>
          </a:prstGeom>
        </p:spPr>
        <p:txBody>
          <a:bodyPr lIns="0" tIns="0" rIns="0" bIns="0" rtlCol="0" anchor="t">
            <a:spAutoFit/>
          </a:bodyPr>
          <a:lstStyle/>
          <a:p>
            <a:pPr algn="l">
              <a:lnSpc>
                <a:spcPts val="3442"/>
              </a:lnSpc>
              <a:spcBef>
                <a:spcPct val="0"/>
              </a:spcBef>
            </a:pPr>
            <a:r>
              <a:rPr lang="en-US" sz="2295" spc="275">
                <a:solidFill>
                  <a:srgbClr val="FEFEFF"/>
                </a:solidFill>
                <a:latin typeface="Inter"/>
                <a:ea typeface="Inter"/>
                <a:cs typeface="Inter"/>
                <a:sym typeface="Inter"/>
              </a:rPr>
              <a:t>Tapi belum tentu bisa memberikan pengalaman yang baik untuk pengguna ketika di gunakan, karena ga memerhatikan fungsi dari gelasnya itu sendiri yang di gunakan sebagai alat bantu kita untuk minum dengan mudah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2940"/>
        </a:solidFill>
        <a:effectLst/>
      </p:bgPr>
    </p:bg>
    <p:spTree>
      <p:nvGrpSpPr>
        <p:cNvPr id="1" name=""/>
        <p:cNvGrpSpPr/>
        <p:nvPr/>
      </p:nvGrpSpPr>
      <p:grpSpPr>
        <a:xfrm>
          <a:off x="0" y="0"/>
          <a:ext cx="0" cy="0"/>
          <a:chOff x="0" y="0"/>
          <a:chExt cx="0" cy="0"/>
        </a:xfrm>
      </p:grpSpPr>
      <p:sp>
        <p:nvSpPr>
          <p:cNvPr id="2" name="Freeform 2"/>
          <p:cNvSpPr/>
          <p:nvPr/>
        </p:nvSpPr>
        <p:spPr>
          <a:xfrm>
            <a:off x="9525"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15000"/>
            </a:blip>
            <a:stretch>
              <a:fillRect/>
            </a:stretch>
          </a:blipFill>
        </p:spPr>
      </p:sp>
      <p:grpSp>
        <p:nvGrpSpPr>
          <p:cNvPr id="3" name="Group 3"/>
          <p:cNvGrpSpPr/>
          <p:nvPr/>
        </p:nvGrpSpPr>
        <p:grpSpPr>
          <a:xfrm>
            <a:off x="7510084" y="732996"/>
            <a:ext cx="3267833" cy="591408"/>
            <a:chOff x="0" y="0"/>
            <a:chExt cx="4357110" cy="788544"/>
          </a:xfrm>
        </p:grpSpPr>
        <p:sp>
          <p:nvSpPr>
            <p:cNvPr id="4" name="Freeform 4"/>
            <p:cNvSpPr/>
            <p:nvPr/>
          </p:nvSpPr>
          <p:spPr>
            <a:xfrm>
              <a:off x="0" y="0"/>
              <a:ext cx="732988" cy="732988"/>
            </a:xfrm>
            <a:custGeom>
              <a:avLst/>
              <a:gdLst/>
              <a:ahLst/>
              <a:cxnLst/>
              <a:rect l="l" t="t" r="r" b="b"/>
              <a:pathLst>
                <a:path w="732988" h="732988">
                  <a:moveTo>
                    <a:pt x="0" y="0"/>
                  </a:moveTo>
                  <a:lnTo>
                    <a:pt x="732988" y="0"/>
                  </a:lnTo>
                  <a:lnTo>
                    <a:pt x="732988" y="732988"/>
                  </a:lnTo>
                  <a:lnTo>
                    <a:pt x="0" y="732988"/>
                  </a:lnTo>
                  <a:lnTo>
                    <a:pt x="0" y="0"/>
                  </a:lnTo>
                  <a:close/>
                </a:path>
              </a:pathLst>
            </a:custGeom>
            <a:blipFill>
              <a:blip r:embed="rId3"/>
              <a:stretch>
                <a:fillRect/>
              </a:stretch>
            </a:blipFill>
          </p:spPr>
        </p:sp>
        <p:sp>
          <p:nvSpPr>
            <p:cNvPr id="5" name="Freeform 5"/>
            <p:cNvSpPr/>
            <p:nvPr/>
          </p:nvSpPr>
          <p:spPr>
            <a:xfrm>
              <a:off x="935429" y="0"/>
              <a:ext cx="732988" cy="732988"/>
            </a:xfrm>
            <a:custGeom>
              <a:avLst/>
              <a:gdLst/>
              <a:ahLst/>
              <a:cxnLst/>
              <a:rect l="l" t="t" r="r" b="b"/>
              <a:pathLst>
                <a:path w="732988" h="732988">
                  <a:moveTo>
                    <a:pt x="0" y="0"/>
                  </a:moveTo>
                  <a:lnTo>
                    <a:pt x="732988" y="0"/>
                  </a:lnTo>
                  <a:lnTo>
                    <a:pt x="732988" y="732988"/>
                  </a:lnTo>
                  <a:lnTo>
                    <a:pt x="0" y="732988"/>
                  </a:lnTo>
                  <a:lnTo>
                    <a:pt x="0" y="0"/>
                  </a:lnTo>
                  <a:close/>
                </a:path>
              </a:pathLst>
            </a:custGeom>
            <a:blipFill>
              <a:blip r:embed="rId4"/>
              <a:stretch>
                <a:fillRect/>
              </a:stretch>
            </a:blipFill>
          </p:spPr>
        </p:sp>
        <p:sp>
          <p:nvSpPr>
            <p:cNvPr id="6" name="Freeform 6"/>
            <p:cNvSpPr/>
            <p:nvPr/>
          </p:nvSpPr>
          <p:spPr>
            <a:xfrm>
              <a:off x="1872405" y="55556"/>
              <a:ext cx="2484706" cy="732988"/>
            </a:xfrm>
            <a:custGeom>
              <a:avLst/>
              <a:gdLst/>
              <a:ahLst/>
              <a:cxnLst/>
              <a:rect l="l" t="t" r="r" b="b"/>
              <a:pathLst>
                <a:path w="2484706" h="732988">
                  <a:moveTo>
                    <a:pt x="0" y="0"/>
                  </a:moveTo>
                  <a:lnTo>
                    <a:pt x="2484705" y="0"/>
                  </a:lnTo>
                  <a:lnTo>
                    <a:pt x="2484705" y="732988"/>
                  </a:lnTo>
                  <a:lnTo>
                    <a:pt x="0" y="732988"/>
                  </a:lnTo>
                  <a:lnTo>
                    <a:pt x="0" y="0"/>
                  </a:lnTo>
                  <a:close/>
                </a:path>
              </a:pathLst>
            </a:custGeom>
            <a:blipFill>
              <a:blip r:embed="rId5"/>
              <a:stretch>
                <a:fillRect/>
              </a:stretch>
            </a:blipFill>
          </p:spPr>
        </p:sp>
      </p:grpSp>
      <p:grpSp>
        <p:nvGrpSpPr>
          <p:cNvPr id="7" name="Group 7"/>
          <p:cNvGrpSpPr/>
          <p:nvPr/>
        </p:nvGrpSpPr>
        <p:grpSpPr>
          <a:xfrm>
            <a:off x="13819395" y="-1307921"/>
            <a:ext cx="7040355" cy="6307586"/>
            <a:chOff x="0" y="0"/>
            <a:chExt cx="9387141" cy="8410115"/>
          </a:xfrm>
        </p:grpSpPr>
        <p:grpSp>
          <p:nvGrpSpPr>
            <p:cNvPr id="8" name="Group 8"/>
            <p:cNvGrpSpPr/>
            <p:nvPr/>
          </p:nvGrpSpPr>
          <p:grpSpPr>
            <a:xfrm>
              <a:off x="4693570" y="0"/>
              <a:ext cx="4693570" cy="8410115"/>
              <a:chOff x="0" y="0"/>
              <a:chExt cx="948267" cy="1699140"/>
            </a:xfrm>
          </p:grpSpPr>
          <p:sp>
            <p:nvSpPr>
              <p:cNvPr id="9" name="Freeform 9"/>
              <p:cNvSpPr/>
              <p:nvPr/>
            </p:nvSpPr>
            <p:spPr>
              <a:xfrm>
                <a:off x="0" y="0"/>
                <a:ext cx="948267" cy="1699140"/>
              </a:xfrm>
              <a:custGeom>
                <a:avLst/>
                <a:gdLst/>
                <a:ahLst/>
                <a:cxnLst/>
                <a:rect l="l" t="t" r="r" b="b"/>
                <a:pathLst>
                  <a:path w="948267" h="1699140">
                    <a:moveTo>
                      <a:pt x="0" y="849570"/>
                    </a:moveTo>
                    <a:lnTo>
                      <a:pt x="406400" y="0"/>
                    </a:lnTo>
                    <a:lnTo>
                      <a:pt x="406400" y="203200"/>
                    </a:lnTo>
                    <a:lnTo>
                      <a:pt x="948267" y="203200"/>
                    </a:lnTo>
                    <a:lnTo>
                      <a:pt x="948267" y="1495940"/>
                    </a:lnTo>
                    <a:lnTo>
                      <a:pt x="406400" y="1495940"/>
                    </a:lnTo>
                    <a:lnTo>
                      <a:pt x="406400" y="1699140"/>
                    </a:lnTo>
                    <a:lnTo>
                      <a:pt x="0" y="849570"/>
                    </a:lnTo>
                    <a:close/>
                  </a:path>
                </a:pathLst>
              </a:custGeom>
              <a:gradFill rotWithShape="1">
                <a:gsLst>
                  <a:gs pos="0">
                    <a:srgbClr val="CDFFD8">
                      <a:alpha val="100000"/>
                    </a:srgbClr>
                  </a:gs>
                  <a:gs pos="100000">
                    <a:srgbClr val="94B9FF">
                      <a:alpha val="100000"/>
                    </a:srgbClr>
                  </a:gs>
                </a:gsLst>
                <a:lin ang="0"/>
              </a:gradFill>
            </p:spPr>
          </p:sp>
          <p:sp>
            <p:nvSpPr>
              <p:cNvPr id="10" name="TextBox 10"/>
              <p:cNvSpPr txBox="1"/>
              <p:nvPr/>
            </p:nvSpPr>
            <p:spPr>
              <a:xfrm>
                <a:off x="101600" y="146050"/>
                <a:ext cx="846667" cy="1349890"/>
              </a:xfrm>
              <a:prstGeom prst="rect">
                <a:avLst/>
              </a:prstGeom>
            </p:spPr>
            <p:txBody>
              <a:bodyPr lIns="50800" tIns="50800" rIns="50800" bIns="50800" rtlCol="0" anchor="ctr"/>
              <a:lstStyle/>
              <a:p>
                <a:pPr algn="ctr">
                  <a:lnSpc>
                    <a:spcPts val="2486"/>
                  </a:lnSpc>
                </a:pPr>
                <a:endParaRPr/>
              </a:p>
            </p:txBody>
          </p:sp>
        </p:grpSp>
        <p:grpSp>
          <p:nvGrpSpPr>
            <p:cNvPr id="11" name="Group 11"/>
            <p:cNvGrpSpPr/>
            <p:nvPr/>
          </p:nvGrpSpPr>
          <p:grpSpPr>
            <a:xfrm>
              <a:off x="2682040" y="2390174"/>
              <a:ext cx="4023060" cy="1814884"/>
              <a:chOff x="0" y="0"/>
              <a:chExt cx="812800" cy="366671"/>
            </a:xfrm>
          </p:grpSpPr>
          <p:sp>
            <p:nvSpPr>
              <p:cNvPr id="12" name="Freeform 12"/>
              <p:cNvSpPr/>
              <p:nvPr/>
            </p:nvSpPr>
            <p:spPr>
              <a:xfrm>
                <a:off x="0" y="0"/>
                <a:ext cx="812800" cy="366671"/>
              </a:xfrm>
              <a:custGeom>
                <a:avLst/>
                <a:gdLst/>
                <a:ahLst/>
                <a:cxnLst/>
                <a:rect l="l" t="t" r="r" b="b"/>
                <a:pathLst>
                  <a:path w="812800" h="366671">
                    <a:moveTo>
                      <a:pt x="609600" y="0"/>
                    </a:moveTo>
                    <a:lnTo>
                      <a:pt x="0" y="0"/>
                    </a:lnTo>
                    <a:lnTo>
                      <a:pt x="203200" y="366671"/>
                    </a:lnTo>
                    <a:lnTo>
                      <a:pt x="812800" y="366671"/>
                    </a:lnTo>
                    <a:lnTo>
                      <a:pt x="609600" y="0"/>
                    </a:lnTo>
                    <a:close/>
                  </a:path>
                </a:pathLst>
              </a:custGeom>
              <a:solidFill>
                <a:srgbClr val="144D5F"/>
              </a:solidFill>
            </p:spPr>
          </p:sp>
          <p:sp>
            <p:nvSpPr>
              <p:cNvPr id="13" name="TextBox 13"/>
              <p:cNvSpPr txBox="1"/>
              <p:nvPr/>
            </p:nvSpPr>
            <p:spPr>
              <a:xfrm>
                <a:off x="101600" y="-57150"/>
                <a:ext cx="609600" cy="423821"/>
              </a:xfrm>
              <a:prstGeom prst="rect">
                <a:avLst/>
              </a:prstGeom>
            </p:spPr>
            <p:txBody>
              <a:bodyPr lIns="50800" tIns="50800" rIns="50800" bIns="50800" rtlCol="0" anchor="ctr"/>
              <a:lstStyle/>
              <a:p>
                <a:pPr algn="ctr">
                  <a:lnSpc>
                    <a:spcPts val="2486"/>
                  </a:lnSpc>
                </a:pPr>
                <a:endParaRPr/>
              </a:p>
            </p:txBody>
          </p:sp>
        </p:grpSp>
        <p:grpSp>
          <p:nvGrpSpPr>
            <p:cNvPr id="14" name="Group 14"/>
            <p:cNvGrpSpPr/>
            <p:nvPr/>
          </p:nvGrpSpPr>
          <p:grpSpPr>
            <a:xfrm>
              <a:off x="0" y="500864"/>
              <a:ext cx="7716008" cy="2011530"/>
              <a:chOff x="0" y="0"/>
              <a:chExt cx="1558906" cy="406400"/>
            </a:xfrm>
          </p:grpSpPr>
          <p:sp>
            <p:nvSpPr>
              <p:cNvPr id="15" name="Freeform 15"/>
              <p:cNvSpPr/>
              <p:nvPr/>
            </p:nvSpPr>
            <p:spPr>
              <a:xfrm>
                <a:off x="0" y="0"/>
                <a:ext cx="1558906" cy="406400"/>
              </a:xfrm>
              <a:custGeom>
                <a:avLst/>
                <a:gdLst/>
                <a:ahLst/>
                <a:cxnLst/>
                <a:rect l="l" t="t" r="r" b="b"/>
                <a:pathLst>
                  <a:path w="1558906" h="406400">
                    <a:moveTo>
                      <a:pt x="1355706" y="0"/>
                    </a:moveTo>
                    <a:cubicBezTo>
                      <a:pt x="1467930" y="0"/>
                      <a:pt x="1558906" y="90976"/>
                      <a:pt x="1558906" y="203200"/>
                    </a:cubicBezTo>
                    <a:cubicBezTo>
                      <a:pt x="1558906" y="315424"/>
                      <a:pt x="1467930" y="406400"/>
                      <a:pt x="1355706" y="406400"/>
                    </a:cubicBezTo>
                    <a:lnTo>
                      <a:pt x="203200" y="406400"/>
                    </a:lnTo>
                    <a:cubicBezTo>
                      <a:pt x="90976" y="406400"/>
                      <a:pt x="0" y="315424"/>
                      <a:pt x="0" y="203200"/>
                    </a:cubicBezTo>
                    <a:cubicBezTo>
                      <a:pt x="0" y="90976"/>
                      <a:pt x="90976" y="0"/>
                      <a:pt x="203200" y="0"/>
                    </a:cubicBezTo>
                    <a:close/>
                  </a:path>
                </a:pathLst>
              </a:custGeom>
              <a:solidFill>
                <a:srgbClr val="46A0B1"/>
              </a:solidFill>
            </p:spPr>
          </p:sp>
          <p:sp>
            <p:nvSpPr>
              <p:cNvPr id="16" name="TextBox 16"/>
              <p:cNvSpPr txBox="1"/>
              <p:nvPr/>
            </p:nvSpPr>
            <p:spPr>
              <a:xfrm>
                <a:off x="0" y="-57150"/>
                <a:ext cx="1558906" cy="463550"/>
              </a:xfrm>
              <a:prstGeom prst="rect">
                <a:avLst/>
              </a:prstGeom>
            </p:spPr>
            <p:txBody>
              <a:bodyPr lIns="50800" tIns="50800" rIns="50800" bIns="50800" rtlCol="0" anchor="ctr"/>
              <a:lstStyle/>
              <a:p>
                <a:pPr algn="ctr">
                  <a:lnSpc>
                    <a:spcPts val="2486"/>
                  </a:lnSpc>
                </a:pPr>
                <a:endParaRPr/>
              </a:p>
            </p:txBody>
          </p:sp>
        </p:grpSp>
        <p:grpSp>
          <p:nvGrpSpPr>
            <p:cNvPr id="17" name="Group 17"/>
            <p:cNvGrpSpPr/>
            <p:nvPr/>
          </p:nvGrpSpPr>
          <p:grpSpPr>
            <a:xfrm>
              <a:off x="4693570" y="181997"/>
              <a:ext cx="4023060" cy="4023060"/>
              <a:chOff x="0" y="0"/>
              <a:chExt cx="812800" cy="812800"/>
            </a:xfrm>
          </p:grpSpPr>
          <p:sp>
            <p:nvSpPr>
              <p:cNvPr id="18" name="Freeform 18"/>
              <p:cNvSpPr/>
              <p:nvPr/>
            </p:nvSpPr>
            <p:spPr>
              <a:xfrm>
                <a:off x="0" y="0"/>
                <a:ext cx="812800" cy="812800"/>
              </a:xfrm>
              <a:custGeom>
                <a:avLst/>
                <a:gdLst/>
                <a:ahLst/>
                <a:cxnLst/>
                <a:rect l="l" t="t" r="r" b="b"/>
                <a:pathLst>
                  <a:path w="812800" h="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46A0B1"/>
              </a:solidFill>
            </p:spPr>
          </p:sp>
          <p:sp>
            <p:nvSpPr>
              <p:cNvPr id="19" name="TextBox 19"/>
              <p:cNvSpPr txBox="1"/>
              <p:nvPr/>
            </p:nvSpPr>
            <p:spPr>
              <a:xfrm>
                <a:off x="203200" y="-57150"/>
                <a:ext cx="406400" cy="768350"/>
              </a:xfrm>
              <a:prstGeom prst="rect">
                <a:avLst/>
              </a:prstGeom>
            </p:spPr>
            <p:txBody>
              <a:bodyPr lIns="50800" tIns="50800" rIns="50800" bIns="50800" rtlCol="0" anchor="ctr"/>
              <a:lstStyle/>
              <a:p>
                <a:pPr algn="ctr">
                  <a:lnSpc>
                    <a:spcPts val="2486"/>
                  </a:lnSpc>
                </a:pPr>
                <a:endParaRPr/>
              </a:p>
            </p:txBody>
          </p:sp>
        </p:grpSp>
        <p:grpSp>
          <p:nvGrpSpPr>
            <p:cNvPr id="20" name="Group 20"/>
            <p:cNvGrpSpPr/>
            <p:nvPr/>
          </p:nvGrpSpPr>
          <p:grpSpPr>
            <a:xfrm rot="-421994">
              <a:off x="1547198" y="1087681"/>
              <a:ext cx="3507933" cy="5261900"/>
              <a:chOff x="0" y="0"/>
              <a:chExt cx="406400" cy="609600"/>
            </a:xfrm>
          </p:grpSpPr>
          <p:sp>
            <p:nvSpPr>
              <p:cNvPr id="21" name="Freeform 21"/>
              <p:cNvSpPr/>
              <p:nvPr/>
            </p:nvSpPr>
            <p:spPr>
              <a:xfrm>
                <a:off x="0" y="0"/>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gradFill rotWithShape="1">
                <a:gsLst>
                  <a:gs pos="0">
                    <a:srgbClr val="CDFFD8">
                      <a:alpha val="60000"/>
                    </a:srgbClr>
                  </a:gs>
                  <a:gs pos="100000">
                    <a:srgbClr val="94B9FF">
                      <a:alpha val="60000"/>
                    </a:srgbClr>
                  </a:gs>
                </a:gsLst>
                <a:lin ang="0"/>
              </a:gradFill>
            </p:spPr>
          </p:sp>
          <p:sp>
            <p:nvSpPr>
              <p:cNvPr id="22" name="TextBox 22"/>
              <p:cNvSpPr txBox="1"/>
              <p:nvPr/>
            </p:nvSpPr>
            <p:spPr>
              <a:xfrm>
                <a:off x="101600" y="-57150"/>
                <a:ext cx="203200" cy="666750"/>
              </a:xfrm>
              <a:prstGeom prst="rect">
                <a:avLst/>
              </a:prstGeom>
            </p:spPr>
            <p:txBody>
              <a:bodyPr lIns="50800" tIns="50800" rIns="50800" bIns="50800" rtlCol="0" anchor="ctr"/>
              <a:lstStyle/>
              <a:p>
                <a:pPr algn="ctr">
                  <a:lnSpc>
                    <a:spcPts val="2486"/>
                  </a:lnSpc>
                </a:pPr>
                <a:endParaRPr/>
              </a:p>
            </p:txBody>
          </p:sp>
        </p:grpSp>
      </p:grpSp>
      <p:grpSp>
        <p:nvGrpSpPr>
          <p:cNvPr id="23" name="Group 23"/>
          <p:cNvGrpSpPr/>
          <p:nvPr/>
        </p:nvGrpSpPr>
        <p:grpSpPr>
          <a:xfrm>
            <a:off x="-1705191" y="6469644"/>
            <a:ext cx="5713901" cy="4834459"/>
            <a:chOff x="0" y="0"/>
            <a:chExt cx="7618535" cy="6445946"/>
          </a:xfrm>
        </p:grpSpPr>
        <p:grpSp>
          <p:nvGrpSpPr>
            <p:cNvPr id="24" name="Group 24"/>
            <p:cNvGrpSpPr/>
            <p:nvPr/>
          </p:nvGrpSpPr>
          <p:grpSpPr>
            <a:xfrm>
              <a:off x="0" y="0"/>
              <a:ext cx="3516247" cy="6084231"/>
              <a:chOff x="0" y="0"/>
              <a:chExt cx="812800" cy="1406404"/>
            </a:xfrm>
          </p:grpSpPr>
          <p:sp>
            <p:nvSpPr>
              <p:cNvPr id="25" name="Freeform 25"/>
              <p:cNvSpPr/>
              <p:nvPr/>
            </p:nvSpPr>
            <p:spPr>
              <a:xfrm>
                <a:off x="0" y="0"/>
                <a:ext cx="812800" cy="1406404"/>
              </a:xfrm>
              <a:custGeom>
                <a:avLst/>
                <a:gdLst/>
                <a:ahLst/>
                <a:cxnLst/>
                <a:rect l="l" t="t" r="r" b="b"/>
                <a:pathLst>
                  <a:path w="812800" h="1406404">
                    <a:moveTo>
                      <a:pt x="812800" y="703202"/>
                    </a:moveTo>
                    <a:lnTo>
                      <a:pt x="406400" y="0"/>
                    </a:lnTo>
                    <a:lnTo>
                      <a:pt x="406400" y="203200"/>
                    </a:lnTo>
                    <a:lnTo>
                      <a:pt x="0" y="203200"/>
                    </a:lnTo>
                    <a:lnTo>
                      <a:pt x="0" y="1203204"/>
                    </a:lnTo>
                    <a:lnTo>
                      <a:pt x="406400" y="1203204"/>
                    </a:lnTo>
                    <a:lnTo>
                      <a:pt x="406400" y="1406404"/>
                    </a:lnTo>
                    <a:lnTo>
                      <a:pt x="812800" y="703202"/>
                    </a:lnTo>
                    <a:close/>
                  </a:path>
                </a:pathLst>
              </a:custGeom>
              <a:gradFill rotWithShape="1">
                <a:gsLst>
                  <a:gs pos="0">
                    <a:srgbClr val="CDFFD8">
                      <a:alpha val="100000"/>
                    </a:srgbClr>
                  </a:gs>
                  <a:gs pos="100000">
                    <a:srgbClr val="94B9FF">
                      <a:alpha val="100000"/>
                    </a:srgbClr>
                  </a:gs>
                </a:gsLst>
                <a:lin ang="0"/>
              </a:gradFill>
            </p:spPr>
          </p:sp>
          <p:sp>
            <p:nvSpPr>
              <p:cNvPr id="26" name="TextBox 26"/>
              <p:cNvSpPr txBox="1"/>
              <p:nvPr/>
            </p:nvSpPr>
            <p:spPr>
              <a:xfrm>
                <a:off x="0" y="146050"/>
                <a:ext cx="711200" cy="1057154"/>
              </a:xfrm>
              <a:prstGeom prst="rect">
                <a:avLst/>
              </a:prstGeom>
            </p:spPr>
            <p:txBody>
              <a:bodyPr lIns="50800" tIns="50800" rIns="50800" bIns="50800" rtlCol="0" anchor="ctr"/>
              <a:lstStyle/>
              <a:p>
                <a:pPr algn="ctr">
                  <a:lnSpc>
                    <a:spcPts val="2486"/>
                  </a:lnSpc>
                </a:pPr>
                <a:endParaRPr/>
              </a:p>
            </p:txBody>
          </p:sp>
        </p:grpSp>
        <p:grpSp>
          <p:nvGrpSpPr>
            <p:cNvPr id="27" name="Group 27"/>
            <p:cNvGrpSpPr/>
            <p:nvPr/>
          </p:nvGrpSpPr>
          <p:grpSpPr>
            <a:xfrm>
              <a:off x="1758123" y="3007515"/>
              <a:ext cx="3516247" cy="2637185"/>
              <a:chOff x="0" y="0"/>
              <a:chExt cx="812800" cy="609600"/>
            </a:xfrm>
          </p:grpSpPr>
          <p:sp>
            <p:nvSpPr>
              <p:cNvPr id="28" name="Freeform 28"/>
              <p:cNvSpPr/>
              <p:nvPr/>
            </p:nvSpPr>
            <p:spPr>
              <a:xfrm>
                <a:off x="0" y="0"/>
                <a:ext cx="812800" cy="609600"/>
              </a:xfrm>
              <a:custGeom>
                <a:avLst/>
                <a:gdLst/>
                <a:ahLst/>
                <a:cxnLst/>
                <a:rect l="l" t="t" r="r" b="b"/>
                <a:pathLst>
                  <a:path w="812800" h="609600">
                    <a:moveTo>
                      <a:pt x="609600" y="0"/>
                    </a:moveTo>
                    <a:lnTo>
                      <a:pt x="0" y="0"/>
                    </a:lnTo>
                    <a:lnTo>
                      <a:pt x="203200" y="609600"/>
                    </a:lnTo>
                    <a:lnTo>
                      <a:pt x="812800" y="609600"/>
                    </a:lnTo>
                    <a:lnTo>
                      <a:pt x="609600" y="0"/>
                    </a:lnTo>
                    <a:close/>
                  </a:path>
                </a:pathLst>
              </a:custGeom>
              <a:solidFill>
                <a:srgbClr val="144D5F"/>
              </a:solidFill>
            </p:spPr>
          </p:sp>
          <p:sp>
            <p:nvSpPr>
              <p:cNvPr id="29" name="TextBox 29"/>
              <p:cNvSpPr txBox="1"/>
              <p:nvPr/>
            </p:nvSpPr>
            <p:spPr>
              <a:xfrm>
                <a:off x="101600" y="-57150"/>
                <a:ext cx="609600" cy="666750"/>
              </a:xfrm>
              <a:prstGeom prst="rect">
                <a:avLst/>
              </a:prstGeom>
            </p:spPr>
            <p:txBody>
              <a:bodyPr lIns="50800" tIns="50800" rIns="50800" bIns="50800" rtlCol="0" anchor="ctr"/>
              <a:lstStyle/>
              <a:p>
                <a:pPr algn="ctr">
                  <a:lnSpc>
                    <a:spcPts val="2486"/>
                  </a:lnSpc>
                </a:pPr>
                <a:endParaRPr/>
              </a:p>
            </p:txBody>
          </p:sp>
        </p:grpSp>
        <p:grpSp>
          <p:nvGrpSpPr>
            <p:cNvPr id="30" name="Group 30"/>
            <p:cNvGrpSpPr/>
            <p:nvPr/>
          </p:nvGrpSpPr>
          <p:grpSpPr>
            <a:xfrm>
              <a:off x="435526" y="4326107"/>
              <a:ext cx="7183009" cy="1758123"/>
              <a:chOff x="0" y="0"/>
              <a:chExt cx="1660392" cy="406400"/>
            </a:xfrm>
          </p:grpSpPr>
          <p:sp>
            <p:nvSpPr>
              <p:cNvPr id="31" name="Freeform 31"/>
              <p:cNvSpPr/>
              <p:nvPr/>
            </p:nvSpPr>
            <p:spPr>
              <a:xfrm>
                <a:off x="0" y="0"/>
                <a:ext cx="1660392" cy="406400"/>
              </a:xfrm>
              <a:custGeom>
                <a:avLst/>
                <a:gdLst/>
                <a:ahLst/>
                <a:cxnLst/>
                <a:rect l="l" t="t" r="r" b="b"/>
                <a:pathLst>
                  <a:path w="1660392" h="406400">
                    <a:moveTo>
                      <a:pt x="1457192" y="0"/>
                    </a:moveTo>
                    <a:cubicBezTo>
                      <a:pt x="1569417" y="0"/>
                      <a:pt x="1660392" y="90976"/>
                      <a:pt x="1660392" y="203200"/>
                    </a:cubicBezTo>
                    <a:cubicBezTo>
                      <a:pt x="1660392" y="315424"/>
                      <a:pt x="1569417" y="406400"/>
                      <a:pt x="1457192" y="406400"/>
                    </a:cubicBezTo>
                    <a:lnTo>
                      <a:pt x="203200" y="406400"/>
                    </a:lnTo>
                    <a:cubicBezTo>
                      <a:pt x="90976" y="406400"/>
                      <a:pt x="0" y="315424"/>
                      <a:pt x="0" y="203200"/>
                    </a:cubicBezTo>
                    <a:cubicBezTo>
                      <a:pt x="0" y="90976"/>
                      <a:pt x="90976" y="0"/>
                      <a:pt x="203200" y="0"/>
                    </a:cubicBezTo>
                    <a:close/>
                  </a:path>
                </a:pathLst>
              </a:custGeom>
              <a:solidFill>
                <a:srgbClr val="46A0B1"/>
              </a:solidFill>
            </p:spPr>
          </p:sp>
          <p:sp>
            <p:nvSpPr>
              <p:cNvPr id="32" name="TextBox 32"/>
              <p:cNvSpPr txBox="1"/>
              <p:nvPr/>
            </p:nvSpPr>
            <p:spPr>
              <a:xfrm>
                <a:off x="0" y="-57150"/>
                <a:ext cx="1660392" cy="463550"/>
              </a:xfrm>
              <a:prstGeom prst="rect">
                <a:avLst/>
              </a:prstGeom>
            </p:spPr>
            <p:txBody>
              <a:bodyPr lIns="50800" tIns="50800" rIns="50800" bIns="50800" rtlCol="0" anchor="ctr"/>
              <a:lstStyle/>
              <a:p>
                <a:pPr algn="ctr">
                  <a:lnSpc>
                    <a:spcPts val="2486"/>
                  </a:lnSpc>
                </a:pPr>
                <a:endParaRPr/>
              </a:p>
            </p:txBody>
          </p:sp>
        </p:grpSp>
        <p:grpSp>
          <p:nvGrpSpPr>
            <p:cNvPr id="33" name="Group 33"/>
            <p:cNvGrpSpPr/>
            <p:nvPr/>
          </p:nvGrpSpPr>
          <p:grpSpPr>
            <a:xfrm>
              <a:off x="0" y="2929699"/>
              <a:ext cx="3516247" cy="3516247"/>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lnTo>
                      <a:pt x="0" y="406400"/>
                    </a:lnTo>
                    <a:lnTo>
                      <a:pt x="203200" y="406400"/>
                    </a:lnTo>
                    <a:lnTo>
                      <a:pt x="203200" y="812800"/>
                    </a:lnTo>
                    <a:lnTo>
                      <a:pt x="609600" y="812800"/>
                    </a:lnTo>
                    <a:lnTo>
                      <a:pt x="609600" y="406400"/>
                    </a:lnTo>
                    <a:lnTo>
                      <a:pt x="812800" y="406400"/>
                    </a:lnTo>
                    <a:lnTo>
                      <a:pt x="406400" y="0"/>
                    </a:lnTo>
                    <a:close/>
                  </a:path>
                </a:pathLst>
              </a:custGeom>
              <a:solidFill>
                <a:srgbClr val="46A0B1"/>
              </a:solidFill>
            </p:spPr>
          </p:sp>
          <p:sp>
            <p:nvSpPr>
              <p:cNvPr id="35" name="TextBox 35"/>
              <p:cNvSpPr txBox="1"/>
              <p:nvPr/>
            </p:nvSpPr>
            <p:spPr>
              <a:xfrm>
                <a:off x="203200" y="44450"/>
                <a:ext cx="406400" cy="768350"/>
              </a:xfrm>
              <a:prstGeom prst="rect">
                <a:avLst/>
              </a:prstGeom>
            </p:spPr>
            <p:txBody>
              <a:bodyPr lIns="50800" tIns="50800" rIns="50800" bIns="50800" rtlCol="0" anchor="ctr"/>
              <a:lstStyle/>
              <a:p>
                <a:pPr algn="ctr">
                  <a:lnSpc>
                    <a:spcPts val="2486"/>
                  </a:lnSpc>
                </a:pPr>
                <a:endParaRPr/>
              </a:p>
            </p:txBody>
          </p:sp>
        </p:grpSp>
        <p:grpSp>
          <p:nvGrpSpPr>
            <p:cNvPr id="36" name="Group 36"/>
            <p:cNvGrpSpPr/>
            <p:nvPr/>
          </p:nvGrpSpPr>
          <p:grpSpPr>
            <a:xfrm rot="-729709">
              <a:off x="3337933" y="1236507"/>
              <a:ext cx="3066014" cy="4599021"/>
              <a:chOff x="0" y="0"/>
              <a:chExt cx="406400" cy="609600"/>
            </a:xfrm>
          </p:grpSpPr>
          <p:sp>
            <p:nvSpPr>
              <p:cNvPr id="37" name="Freeform 37"/>
              <p:cNvSpPr/>
              <p:nvPr/>
            </p:nvSpPr>
            <p:spPr>
              <a:xfrm>
                <a:off x="0" y="0"/>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gradFill rotWithShape="1">
                <a:gsLst>
                  <a:gs pos="0">
                    <a:srgbClr val="CDFFD8">
                      <a:alpha val="60000"/>
                    </a:srgbClr>
                  </a:gs>
                  <a:gs pos="100000">
                    <a:srgbClr val="94B9FF">
                      <a:alpha val="60000"/>
                    </a:srgbClr>
                  </a:gs>
                </a:gsLst>
                <a:lin ang="0"/>
              </a:gradFill>
            </p:spPr>
          </p:sp>
          <p:sp>
            <p:nvSpPr>
              <p:cNvPr id="38" name="TextBox 38"/>
              <p:cNvSpPr txBox="1"/>
              <p:nvPr/>
            </p:nvSpPr>
            <p:spPr>
              <a:xfrm>
                <a:off x="101600" y="-57150"/>
                <a:ext cx="203200" cy="666750"/>
              </a:xfrm>
              <a:prstGeom prst="rect">
                <a:avLst/>
              </a:prstGeom>
            </p:spPr>
            <p:txBody>
              <a:bodyPr lIns="50800" tIns="50800" rIns="50800" bIns="50800" rtlCol="0" anchor="ctr"/>
              <a:lstStyle/>
              <a:p>
                <a:pPr algn="ctr">
                  <a:lnSpc>
                    <a:spcPts val="2486"/>
                  </a:lnSpc>
                </a:pPr>
                <a:endParaRPr/>
              </a:p>
            </p:txBody>
          </p:sp>
        </p:grpSp>
      </p:grpSp>
      <p:sp>
        <p:nvSpPr>
          <p:cNvPr id="39" name="Freeform 39"/>
          <p:cNvSpPr/>
          <p:nvPr/>
        </p:nvSpPr>
        <p:spPr>
          <a:xfrm>
            <a:off x="15245913" y="9258300"/>
            <a:ext cx="2595326" cy="648832"/>
          </a:xfrm>
          <a:custGeom>
            <a:avLst/>
            <a:gdLst/>
            <a:ahLst/>
            <a:cxnLst/>
            <a:rect l="l" t="t" r="r" b="b"/>
            <a:pathLst>
              <a:path w="2595326" h="648832">
                <a:moveTo>
                  <a:pt x="0" y="0"/>
                </a:moveTo>
                <a:lnTo>
                  <a:pt x="2595326" y="0"/>
                </a:lnTo>
                <a:lnTo>
                  <a:pt x="2595326" y="648832"/>
                </a:lnTo>
                <a:lnTo>
                  <a:pt x="0" y="648832"/>
                </a:lnTo>
                <a:lnTo>
                  <a:pt x="0" y="0"/>
                </a:lnTo>
                <a:close/>
              </a:path>
            </a:pathLst>
          </a:custGeom>
          <a:blipFill>
            <a:blip r:embed="rId6"/>
            <a:stretch>
              <a:fillRect/>
            </a:stretch>
          </a:blipFill>
        </p:spPr>
      </p:sp>
      <p:sp>
        <p:nvSpPr>
          <p:cNvPr id="40" name="TextBox 40"/>
          <p:cNvSpPr txBox="1"/>
          <p:nvPr/>
        </p:nvSpPr>
        <p:spPr>
          <a:xfrm>
            <a:off x="7031438" y="4075740"/>
            <a:ext cx="4620866" cy="1381125"/>
          </a:xfrm>
          <a:prstGeom prst="rect">
            <a:avLst/>
          </a:prstGeom>
        </p:spPr>
        <p:txBody>
          <a:bodyPr lIns="0" tIns="0" rIns="0" bIns="0" rtlCol="0" anchor="t">
            <a:spAutoFit/>
          </a:bodyPr>
          <a:lstStyle/>
          <a:p>
            <a:pPr algn="ctr">
              <a:lnSpc>
                <a:spcPts val="10499"/>
              </a:lnSpc>
            </a:pPr>
            <a:r>
              <a:rPr lang="en-US" sz="9999" spc="199">
                <a:solidFill>
                  <a:srgbClr val="FEFEFF"/>
                </a:solidFill>
                <a:latin typeface="Norwester"/>
                <a:ea typeface="Norwester"/>
                <a:cs typeface="Norwester"/>
                <a:sym typeface="Norwester"/>
              </a:rPr>
              <a:t>UI = UX</a:t>
            </a:r>
          </a:p>
        </p:txBody>
      </p:sp>
      <p:grpSp>
        <p:nvGrpSpPr>
          <p:cNvPr id="41" name="Group 41"/>
          <p:cNvGrpSpPr/>
          <p:nvPr/>
        </p:nvGrpSpPr>
        <p:grpSpPr>
          <a:xfrm rot="-3278012">
            <a:off x="8601563" y="4594732"/>
            <a:ext cx="1122975" cy="229479"/>
            <a:chOff x="0" y="0"/>
            <a:chExt cx="295763" cy="60439"/>
          </a:xfrm>
        </p:grpSpPr>
        <p:sp>
          <p:nvSpPr>
            <p:cNvPr id="42" name="Freeform 42"/>
            <p:cNvSpPr/>
            <p:nvPr/>
          </p:nvSpPr>
          <p:spPr>
            <a:xfrm>
              <a:off x="0" y="0"/>
              <a:ext cx="295763" cy="60439"/>
            </a:xfrm>
            <a:custGeom>
              <a:avLst/>
              <a:gdLst/>
              <a:ahLst/>
              <a:cxnLst/>
              <a:rect l="l" t="t" r="r" b="b"/>
              <a:pathLst>
                <a:path w="295763" h="60439">
                  <a:moveTo>
                    <a:pt x="0" y="0"/>
                  </a:moveTo>
                  <a:lnTo>
                    <a:pt x="295763" y="0"/>
                  </a:lnTo>
                  <a:lnTo>
                    <a:pt x="295763" y="60439"/>
                  </a:lnTo>
                  <a:lnTo>
                    <a:pt x="0" y="60439"/>
                  </a:lnTo>
                  <a:close/>
                </a:path>
              </a:pathLst>
            </a:custGeom>
            <a:solidFill>
              <a:srgbClr val="FEFEFF"/>
            </a:solidFill>
          </p:spPr>
        </p:sp>
        <p:sp>
          <p:nvSpPr>
            <p:cNvPr id="43" name="TextBox 43"/>
            <p:cNvSpPr txBox="1"/>
            <p:nvPr/>
          </p:nvSpPr>
          <p:spPr>
            <a:xfrm>
              <a:off x="0" y="-57150"/>
              <a:ext cx="295763" cy="117589"/>
            </a:xfrm>
            <a:prstGeom prst="rect">
              <a:avLst/>
            </a:prstGeom>
          </p:spPr>
          <p:txBody>
            <a:bodyPr lIns="50800" tIns="50800" rIns="50800" bIns="50800" rtlCol="0" anchor="ctr"/>
            <a:lstStyle/>
            <a:p>
              <a:pPr algn="ctr">
                <a:lnSpc>
                  <a:spcPts val="2542"/>
                </a:lnSpc>
              </a:pPr>
              <a:endParaRPr/>
            </a:p>
          </p:txBody>
        </p:sp>
      </p:grpSp>
      <p:sp>
        <p:nvSpPr>
          <p:cNvPr id="44" name="TextBox 44"/>
          <p:cNvSpPr txBox="1"/>
          <p:nvPr/>
        </p:nvSpPr>
        <p:spPr>
          <a:xfrm>
            <a:off x="8778701" y="3363088"/>
            <a:ext cx="730597" cy="417377"/>
          </a:xfrm>
          <a:prstGeom prst="rect">
            <a:avLst/>
          </a:prstGeom>
        </p:spPr>
        <p:txBody>
          <a:bodyPr lIns="0" tIns="0" rIns="0" bIns="0" rtlCol="0" anchor="t">
            <a:spAutoFit/>
          </a:bodyPr>
          <a:lstStyle/>
          <a:p>
            <a:pPr algn="ctr">
              <a:lnSpc>
                <a:spcPts val="3442"/>
              </a:lnSpc>
              <a:spcBef>
                <a:spcPct val="0"/>
              </a:spcBef>
            </a:pPr>
            <a:r>
              <a:rPr lang="en-US" sz="2295" b="1" spc="275">
                <a:solidFill>
                  <a:srgbClr val="FEFEFF"/>
                </a:solidFill>
                <a:latin typeface="Inter Semi-Bold"/>
                <a:ea typeface="Inter Semi-Bold"/>
                <a:cs typeface="Inter Semi-Bold"/>
                <a:sym typeface="Inter Semi-Bold"/>
              </a:rPr>
              <a:t>Jadi</a:t>
            </a:r>
          </a:p>
        </p:txBody>
      </p:sp>
      <p:sp>
        <p:nvSpPr>
          <p:cNvPr id="45" name="TextBox 45"/>
          <p:cNvSpPr txBox="1"/>
          <p:nvPr/>
        </p:nvSpPr>
        <p:spPr>
          <a:xfrm>
            <a:off x="2968194" y="5856915"/>
            <a:ext cx="12370663" cy="1693727"/>
          </a:xfrm>
          <a:prstGeom prst="rect">
            <a:avLst/>
          </a:prstGeom>
        </p:spPr>
        <p:txBody>
          <a:bodyPr lIns="0" tIns="0" rIns="0" bIns="0" rtlCol="0" anchor="t">
            <a:spAutoFit/>
          </a:bodyPr>
          <a:lstStyle/>
          <a:p>
            <a:pPr algn="ctr">
              <a:lnSpc>
                <a:spcPts val="3442"/>
              </a:lnSpc>
            </a:pPr>
            <a:r>
              <a:rPr lang="en-US" sz="2295" spc="275">
                <a:solidFill>
                  <a:srgbClr val="FEFEFF"/>
                </a:solidFill>
                <a:latin typeface="Inter"/>
                <a:ea typeface="Inter"/>
                <a:cs typeface="Inter"/>
                <a:sym typeface="Inter"/>
              </a:rPr>
              <a:t>Kesimpulan yang bisa di ambil dari contoh barusan adalah User Interface itu berbeda/tidak sama dengan User Experience.</a:t>
            </a:r>
          </a:p>
          <a:p>
            <a:pPr algn="ctr">
              <a:lnSpc>
                <a:spcPts val="3442"/>
              </a:lnSpc>
              <a:spcBef>
                <a:spcPct val="0"/>
              </a:spcBef>
            </a:pPr>
            <a:r>
              <a:rPr lang="en-US" sz="2295" spc="275">
                <a:solidFill>
                  <a:srgbClr val="FEFEFF"/>
                </a:solidFill>
                <a:latin typeface="Inter"/>
                <a:ea typeface="Inter"/>
                <a:cs typeface="Inter"/>
                <a:sym typeface="Inter"/>
              </a:rPr>
              <a:t>Belum tentu sebuah produk yang memiliki tampilan/visual yang bagus memiliki pengalaman pengguna yang baik, dan juga sebaliknya.</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2940"/>
        </a:solidFill>
        <a:effectLst/>
      </p:bgPr>
    </p:bg>
    <p:spTree>
      <p:nvGrpSpPr>
        <p:cNvPr id="1" name=""/>
        <p:cNvGrpSpPr/>
        <p:nvPr/>
      </p:nvGrpSpPr>
      <p:grpSpPr>
        <a:xfrm>
          <a:off x="0" y="0"/>
          <a:ext cx="0" cy="0"/>
          <a:chOff x="0" y="0"/>
          <a:chExt cx="0" cy="0"/>
        </a:xfrm>
      </p:grpSpPr>
      <p:sp>
        <p:nvSpPr>
          <p:cNvPr id="2" name="Freeform 2"/>
          <p:cNvSpPr/>
          <p:nvPr/>
        </p:nvSpPr>
        <p:spPr>
          <a:xfrm>
            <a:off x="9525"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15000"/>
            </a:blip>
            <a:stretch>
              <a:fillRect/>
            </a:stretch>
          </a:blipFill>
        </p:spPr>
      </p:sp>
      <p:grpSp>
        <p:nvGrpSpPr>
          <p:cNvPr id="3" name="Group 3"/>
          <p:cNvGrpSpPr/>
          <p:nvPr/>
        </p:nvGrpSpPr>
        <p:grpSpPr>
          <a:xfrm>
            <a:off x="7510084" y="732996"/>
            <a:ext cx="3267833" cy="591408"/>
            <a:chOff x="0" y="0"/>
            <a:chExt cx="4357110" cy="788544"/>
          </a:xfrm>
        </p:grpSpPr>
        <p:sp>
          <p:nvSpPr>
            <p:cNvPr id="4" name="Freeform 4"/>
            <p:cNvSpPr/>
            <p:nvPr/>
          </p:nvSpPr>
          <p:spPr>
            <a:xfrm>
              <a:off x="0" y="0"/>
              <a:ext cx="732988" cy="732988"/>
            </a:xfrm>
            <a:custGeom>
              <a:avLst/>
              <a:gdLst/>
              <a:ahLst/>
              <a:cxnLst/>
              <a:rect l="l" t="t" r="r" b="b"/>
              <a:pathLst>
                <a:path w="732988" h="732988">
                  <a:moveTo>
                    <a:pt x="0" y="0"/>
                  </a:moveTo>
                  <a:lnTo>
                    <a:pt x="732988" y="0"/>
                  </a:lnTo>
                  <a:lnTo>
                    <a:pt x="732988" y="732988"/>
                  </a:lnTo>
                  <a:lnTo>
                    <a:pt x="0" y="732988"/>
                  </a:lnTo>
                  <a:lnTo>
                    <a:pt x="0" y="0"/>
                  </a:lnTo>
                  <a:close/>
                </a:path>
              </a:pathLst>
            </a:custGeom>
            <a:blipFill>
              <a:blip r:embed="rId3"/>
              <a:stretch>
                <a:fillRect/>
              </a:stretch>
            </a:blipFill>
          </p:spPr>
        </p:sp>
        <p:sp>
          <p:nvSpPr>
            <p:cNvPr id="5" name="Freeform 5"/>
            <p:cNvSpPr/>
            <p:nvPr/>
          </p:nvSpPr>
          <p:spPr>
            <a:xfrm>
              <a:off x="935429" y="0"/>
              <a:ext cx="732988" cy="732988"/>
            </a:xfrm>
            <a:custGeom>
              <a:avLst/>
              <a:gdLst/>
              <a:ahLst/>
              <a:cxnLst/>
              <a:rect l="l" t="t" r="r" b="b"/>
              <a:pathLst>
                <a:path w="732988" h="732988">
                  <a:moveTo>
                    <a:pt x="0" y="0"/>
                  </a:moveTo>
                  <a:lnTo>
                    <a:pt x="732988" y="0"/>
                  </a:lnTo>
                  <a:lnTo>
                    <a:pt x="732988" y="732988"/>
                  </a:lnTo>
                  <a:lnTo>
                    <a:pt x="0" y="732988"/>
                  </a:lnTo>
                  <a:lnTo>
                    <a:pt x="0" y="0"/>
                  </a:lnTo>
                  <a:close/>
                </a:path>
              </a:pathLst>
            </a:custGeom>
            <a:blipFill>
              <a:blip r:embed="rId4"/>
              <a:stretch>
                <a:fillRect/>
              </a:stretch>
            </a:blipFill>
          </p:spPr>
        </p:sp>
        <p:sp>
          <p:nvSpPr>
            <p:cNvPr id="6" name="Freeform 6"/>
            <p:cNvSpPr/>
            <p:nvPr/>
          </p:nvSpPr>
          <p:spPr>
            <a:xfrm>
              <a:off x="1872405" y="55556"/>
              <a:ext cx="2484706" cy="732988"/>
            </a:xfrm>
            <a:custGeom>
              <a:avLst/>
              <a:gdLst/>
              <a:ahLst/>
              <a:cxnLst/>
              <a:rect l="l" t="t" r="r" b="b"/>
              <a:pathLst>
                <a:path w="2484706" h="732988">
                  <a:moveTo>
                    <a:pt x="0" y="0"/>
                  </a:moveTo>
                  <a:lnTo>
                    <a:pt x="2484705" y="0"/>
                  </a:lnTo>
                  <a:lnTo>
                    <a:pt x="2484705" y="732988"/>
                  </a:lnTo>
                  <a:lnTo>
                    <a:pt x="0" y="732988"/>
                  </a:lnTo>
                  <a:lnTo>
                    <a:pt x="0" y="0"/>
                  </a:lnTo>
                  <a:close/>
                </a:path>
              </a:pathLst>
            </a:custGeom>
            <a:blipFill>
              <a:blip r:embed="rId5"/>
              <a:stretch>
                <a:fillRect/>
              </a:stretch>
            </a:blipFill>
          </p:spPr>
        </p:sp>
      </p:grpSp>
      <p:grpSp>
        <p:nvGrpSpPr>
          <p:cNvPr id="7" name="Group 7"/>
          <p:cNvGrpSpPr/>
          <p:nvPr/>
        </p:nvGrpSpPr>
        <p:grpSpPr>
          <a:xfrm>
            <a:off x="13819395" y="-1307921"/>
            <a:ext cx="7040355" cy="6307586"/>
            <a:chOff x="0" y="0"/>
            <a:chExt cx="9387141" cy="8410115"/>
          </a:xfrm>
        </p:grpSpPr>
        <p:grpSp>
          <p:nvGrpSpPr>
            <p:cNvPr id="8" name="Group 8"/>
            <p:cNvGrpSpPr/>
            <p:nvPr/>
          </p:nvGrpSpPr>
          <p:grpSpPr>
            <a:xfrm>
              <a:off x="4693570" y="0"/>
              <a:ext cx="4693570" cy="8410115"/>
              <a:chOff x="0" y="0"/>
              <a:chExt cx="948267" cy="1699140"/>
            </a:xfrm>
          </p:grpSpPr>
          <p:sp>
            <p:nvSpPr>
              <p:cNvPr id="9" name="Freeform 9"/>
              <p:cNvSpPr/>
              <p:nvPr/>
            </p:nvSpPr>
            <p:spPr>
              <a:xfrm>
                <a:off x="0" y="0"/>
                <a:ext cx="948267" cy="1699140"/>
              </a:xfrm>
              <a:custGeom>
                <a:avLst/>
                <a:gdLst/>
                <a:ahLst/>
                <a:cxnLst/>
                <a:rect l="l" t="t" r="r" b="b"/>
                <a:pathLst>
                  <a:path w="948267" h="1699140">
                    <a:moveTo>
                      <a:pt x="0" y="849570"/>
                    </a:moveTo>
                    <a:lnTo>
                      <a:pt x="406400" y="0"/>
                    </a:lnTo>
                    <a:lnTo>
                      <a:pt x="406400" y="203200"/>
                    </a:lnTo>
                    <a:lnTo>
                      <a:pt x="948267" y="203200"/>
                    </a:lnTo>
                    <a:lnTo>
                      <a:pt x="948267" y="1495940"/>
                    </a:lnTo>
                    <a:lnTo>
                      <a:pt x="406400" y="1495940"/>
                    </a:lnTo>
                    <a:lnTo>
                      <a:pt x="406400" y="1699140"/>
                    </a:lnTo>
                    <a:lnTo>
                      <a:pt x="0" y="849570"/>
                    </a:lnTo>
                    <a:close/>
                  </a:path>
                </a:pathLst>
              </a:custGeom>
              <a:gradFill rotWithShape="1">
                <a:gsLst>
                  <a:gs pos="0">
                    <a:srgbClr val="CDFFD8">
                      <a:alpha val="100000"/>
                    </a:srgbClr>
                  </a:gs>
                  <a:gs pos="100000">
                    <a:srgbClr val="94B9FF">
                      <a:alpha val="100000"/>
                    </a:srgbClr>
                  </a:gs>
                </a:gsLst>
                <a:lin ang="0"/>
              </a:gradFill>
            </p:spPr>
          </p:sp>
          <p:sp>
            <p:nvSpPr>
              <p:cNvPr id="10" name="TextBox 10"/>
              <p:cNvSpPr txBox="1"/>
              <p:nvPr/>
            </p:nvSpPr>
            <p:spPr>
              <a:xfrm>
                <a:off x="101600" y="146050"/>
                <a:ext cx="846667" cy="1349890"/>
              </a:xfrm>
              <a:prstGeom prst="rect">
                <a:avLst/>
              </a:prstGeom>
            </p:spPr>
            <p:txBody>
              <a:bodyPr lIns="50800" tIns="50800" rIns="50800" bIns="50800" rtlCol="0" anchor="ctr"/>
              <a:lstStyle/>
              <a:p>
                <a:pPr algn="ctr">
                  <a:lnSpc>
                    <a:spcPts val="2486"/>
                  </a:lnSpc>
                </a:pPr>
                <a:endParaRPr/>
              </a:p>
            </p:txBody>
          </p:sp>
        </p:grpSp>
        <p:grpSp>
          <p:nvGrpSpPr>
            <p:cNvPr id="11" name="Group 11"/>
            <p:cNvGrpSpPr/>
            <p:nvPr/>
          </p:nvGrpSpPr>
          <p:grpSpPr>
            <a:xfrm>
              <a:off x="2682040" y="2390174"/>
              <a:ext cx="4023060" cy="1814884"/>
              <a:chOff x="0" y="0"/>
              <a:chExt cx="812800" cy="366671"/>
            </a:xfrm>
          </p:grpSpPr>
          <p:sp>
            <p:nvSpPr>
              <p:cNvPr id="12" name="Freeform 12"/>
              <p:cNvSpPr/>
              <p:nvPr/>
            </p:nvSpPr>
            <p:spPr>
              <a:xfrm>
                <a:off x="0" y="0"/>
                <a:ext cx="812800" cy="366671"/>
              </a:xfrm>
              <a:custGeom>
                <a:avLst/>
                <a:gdLst/>
                <a:ahLst/>
                <a:cxnLst/>
                <a:rect l="l" t="t" r="r" b="b"/>
                <a:pathLst>
                  <a:path w="812800" h="366671">
                    <a:moveTo>
                      <a:pt x="609600" y="0"/>
                    </a:moveTo>
                    <a:lnTo>
                      <a:pt x="0" y="0"/>
                    </a:lnTo>
                    <a:lnTo>
                      <a:pt x="203200" y="366671"/>
                    </a:lnTo>
                    <a:lnTo>
                      <a:pt x="812800" y="366671"/>
                    </a:lnTo>
                    <a:lnTo>
                      <a:pt x="609600" y="0"/>
                    </a:lnTo>
                    <a:close/>
                  </a:path>
                </a:pathLst>
              </a:custGeom>
              <a:solidFill>
                <a:srgbClr val="144D5F"/>
              </a:solidFill>
            </p:spPr>
          </p:sp>
          <p:sp>
            <p:nvSpPr>
              <p:cNvPr id="13" name="TextBox 13"/>
              <p:cNvSpPr txBox="1"/>
              <p:nvPr/>
            </p:nvSpPr>
            <p:spPr>
              <a:xfrm>
                <a:off x="101600" y="-57150"/>
                <a:ext cx="609600" cy="423821"/>
              </a:xfrm>
              <a:prstGeom prst="rect">
                <a:avLst/>
              </a:prstGeom>
            </p:spPr>
            <p:txBody>
              <a:bodyPr lIns="50800" tIns="50800" rIns="50800" bIns="50800" rtlCol="0" anchor="ctr"/>
              <a:lstStyle/>
              <a:p>
                <a:pPr algn="ctr">
                  <a:lnSpc>
                    <a:spcPts val="2486"/>
                  </a:lnSpc>
                </a:pPr>
                <a:endParaRPr/>
              </a:p>
            </p:txBody>
          </p:sp>
        </p:grpSp>
        <p:grpSp>
          <p:nvGrpSpPr>
            <p:cNvPr id="14" name="Group 14"/>
            <p:cNvGrpSpPr/>
            <p:nvPr/>
          </p:nvGrpSpPr>
          <p:grpSpPr>
            <a:xfrm>
              <a:off x="0" y="500864"/>
              <a:ext cx="7716008" cy="2011530"/>
              <a:chOff x="0" y="0"/>
              <a:chExt cx="1558906" cy="406400"/>
            </a:xfrm>
          </p:grpSpPr>
          <p:sp>
            <p:nvSpPr>
              <p:cNvPr id="15" name="Freeform 15"/>
              <p:cNvSpPr/>
              <p:nvPr/>
            </p:nvSpPr>
            <p:spPr>
              <a:xfrm>
                <a:off x="0" y="0"/>
                <a:ext cx="1558906" cy="406400"/>
              </a:xfrm>
              <a:custGeom>
                <a:avLst/>
                <a:gdLst/>
                <a:ahLst/>
                <a:cxnLst/>
                <a:rect l="l" t="t" r="r" b="b"/>
                <a:pathLst>
                  <a:path w="1558906" h="406400">
                    <a:moveTo>
                      <a:pt x="1355706" y="0"/>
                    </a:moveTo>
                    <a:cubicBezTo>
                      <a:pt x="1467930" y="0"/>
                      <a:pt x="1558906" y="90976"/>
                      <a:pt x="1558906" y="203200"/>
                    </a:cubicBezTo>
                    <a:cubicBezTo>
                      <a:pt x="1558906" y="315424"/>
                      <a:pt x="1467930" y="406400"/>
                      <a:pt x="1355706" y="406400"/>
                    </a:cubicBezTo>
                    <a:lnTo>
                      <a:pt x="203200" y="406400"/>
                    </a:lnTo>
                    <a:cubicBezTo>
                      <a:pt x="90976" y="406400"/>
                      <a:pt x="0" y="315424"/>
                      <a:pt x="0" y="203200"/>
                    </a:cubicBezTo>
                    <a:cubicBezTo>
                      <a:pt x="0" y="90976"/>
                      <a:pt x="90976" y="0"/>
                      <a:pt x="203200" y="0"/>
                    </a:cubicBezTo>
                    <a:close/>
                  </a:path>
                </a:pathLst>
              </a:custGeom>
              <a:solidFill>
                <a:srgbClr val="46A0B1"/>
              </a:solidFill>
            </p:spPr>
          </p:sp>
          <p:sp>
            <p:nvSpPr>
              <p:cNvPr id="16" name="TextBox 16"/>
              <p:cNvSpPr txBox="1"/>
              <p:nvPr/>
            </p:nvSpPr>
            <p:spPr>
              <a:xfrm>
                <a:off x="0" y="-57150"/>
                <a:ext cx="1558906" cy="463550"/>
              </a:xfrm>
              <a:prstGeom prst="rect">
                <a:avLst/>
              </a:prstGeom>
            </p:spPr>
            <p:txBody>
              <a:bodyPr lIns="50800" tIns="50800" rIns="50800" bIns="50800" rtlCol="0" anchor="ctr"/>
              <a:lstStyle/>
              <a:p>
                <a:pPr algn="ctr">
                  <a:lnSpc>
                    <a:spcPts val="2486"/>
                  </a:lnSpc>
                </a:pPr>
                <a:endParaRPr/>
              </a:p>
            </p:txBody>
          </p:sp>
        </p:grpSp>
        <p:grpSp>
          <p:nvGrpSpPr>
            <p:cNvPr id="17" name="Group 17"/>
            <p:cNvGrpSpPr/>
            <p:nvPr/>
          </p:nvGrpSpPr>
          <p:grpSpPr>
            <a:xfrm>
              <a:off x="4693570" y="181997"/>
              <a:ext cx="4023060" cy="4023060"/>
              <a:chOff x="0" y="0"/>
              <a:chExt cx="812800" cy="812800"/>
            </a:xfrm>
          </p:grpSpPr>
          <p:sp>
            <p:nvSpPr>
              <p:cNvPr id="18" name="Freeform 18"/>
              <p:cNvSpPr/>
              <p:nvPr/>
            </p:nvSpPr>
            <p:spPr>
              <a:xfrm>
                <a:off x="0" y="0"/>
                <a:ext cx="812800" cy="812800"/>
              </a:xfrm>
              <a:custGeom>
                <a:avLst/>
                <a:gdLst/>
                <a:ahLst/>
                <a:cxnLst/>
                <a:rect l="l" t="t" r="r" b="b"/>
                <a:pathLst>
                  <a:path w="812800" h="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46A0B1"/>
              </a:solidFill>
            </p:spPr>
          </p:sp>
          <p:sp>
            <p:nvSpPr>
              <p:cNvPr id="19" name="TextBox 19"/>
              <p:cNvSpPr txBox="1"/>
              <p:nvPr/>
            </p:nvSpPr>
            <p:spPr>
              <a:xfrm>
                <a:off x="203200" y="-57150"/>
                <a:ext cx="406400" cy="768350"/>
              </a:xfrm>
              <a:prstGeom prst="rect">
                <a:avLst/>
              </a:prstGeom>
            </p:spPr>
            <p:txBody>
              <a:bodyPr lIns="50800" tIns="50800" rIns="50800" bIns="50800" rtlCol="0" anchor="ctr"/>
              <a:lstStyle/>
              <a:p>
                <a:pPr algn="ctr">
                  <a:lnSpc>
                    <a:spcPts val="2486"/>
                  </a:lnSpc>
                </a:pPr>
                <a:endParaRPr/>
              </a:p>
            </p:txBody>
          </p:sp>
        </p:grpSp>
        <p:grpSp>
          <p:nvGrpSpPr>
            <p:cNvPr id="20" name="Group 20"/>
            <p:cNvGrpSpPr/>
            <p:nvPr/>
          </p:nvGrpSpPr>
          <p:grpSpPr>
            <a:xfrm rot="-421994">
              <a:off x="1547198" y="1087681"/>
              <a:ext cx="3507933" cy="5261900"/>
              <a:chOff x="0" y="0"/>
              <a:chExt cx="406400" cy="609600"/>
            </a:xfrm>
          </p:grpSpPr>
          <p:sp>
            <p:nvSpPr>
              <p:cNvPr id="21" name="Freeform 21"/>
              <p:cNvSpPr/>
              <p:nvPr/>
            </p:nvSpPr>
            <p:spPr>
              <a:xfrm>
                <a:off x="0" y="0"/>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gradFill rotWithShape="1">
                <a:gsLst>
                  <a:gs pos="0">
                    <a:srgbClr val="CDFFD8">
                      <a:alpha val="60000"/>
                    </a:srgbClr>
                  </a:gs>
                  <a:gs pos="100000">
                    <a:srgbClr val="94B9FF">
                      <a:alpha val="60000"/>
                    </a:srgbClr>
                  </a:gs>
                </a:gsLst>
                <a:lin ang="0"/>
              </a:gradFill>
            </p:spPr>
          </p:sp>
          <p:sp>
            <p:nvSpPr>
              <p:cNvPr id="22" name="TextBox 22"/>
              <p:cNvSpPr txBox="1"/>
              <p:nvPr/>
            </p:nvSpPr>
            <p:spPr>
              <a:xfrm>
                <a:off x="101600" y="-57150"/>
                <a:ext cx="203200" cy="666750"/>
              </a:xfrm>
              <a:prstGeom prst="rect">
                <a:avLst/>
              </a:prstGeom>
            </p:spPr>
            <p:txBody>
              <a:bodyPr lIns="50800" tIns="50800" rIns="50800" bIns="50800" rtlCol="0" anchor="ctr"/>
              <a:lstStyle/>
              <a:p>
                <a:pPr algn="ctr">
                  <a:lnSpc>
                    <a:spcPts val="2486"/>
                  </a:lnSpc>
                </a:pPr>
                <a:endParaRPr/>
              </a:p>
            </p:txBody>
          </p:sp>
        </p:grpSp>
      </p:grpSp>
      <p:grpSp>
        <p:nvGrpSpPr>
          <p:cNvPr id="23" name="Group 23"/>
          <p:cNvGrpSpPr/>
          <p:nvPr/>
        </p:nvGrpSpPr>
        <p:grpSpPr>
          <a:xfrm>
            <a:off x="-1705191" y="6469644"/>
            <a:ext cx="5713901" cy="4834459"/>
            <a:chOff x="0" y="0"/>
            <a:chExt cx="7618535" cy="6445946"/>
          </a:xfrm>
        </p:grpSpPr>
        <p:grpSp>
          <p:nvGrpSpPr>
            <p:cNvPr id="24" name="Group 24"/>
            <p:cNvGrpSpPr/>
            <p:nvPr/>
          </p:nvGrpSpPr>
          <p:grpSpPr>
            <a:xfrm>
              <a:off x="0" y="0"/>
              <a:ext cx="3516247" cy="6084231"/>
              <a:chOff x="0" y="0"/>
              <a:chExt cx="812800" cy="1406404"/>
            </a:xfrm>
          </p:grpSpPr>
          <p:sp>
            <p:nvSpPr>
              <p:cNvPr id="25" name="Freeform 25"/>
              <p:cNvSpPr/>
              <p:nvPr/>
            </p:nvSpPr>
            <p:spPr>
              <a:xfrm>
                <a:off x="0" y="0"/>
                <a:ext cx="812800" cy="1406404"/>
              </a:xfrm>
              <a:custGeom>
                <a:avLst/>
                <a:gdLst/>
                <a:ahLst/>
                <a:cxnLst/>
                <a:rect l="l" t="t" r="r" b="b"/>
                <a:pathLst>
                  <a:path w="812800" h="1406404">
                    <a:moveTo>
                      <a:pt x="812800" y="703202"/>
                    </a:moveTo>
                    <a:lnTo>
                      <a:pt x="406400" y="0"/>
                    </a:lnTo>
                    <a:lnTo>
                      <a:pt x="406400" y="203200"/>
                    </a:lnTo>
                    <a:lnTo>
                      <a:pt x="0" y="203200"/>
                    </a:lnTo>
                    <a:lnTo>
                      <a:pt x="0" y="1203204"/>
                    </a:lnTo>
                    <a:lnTo>
                      <a:pt x="406400" y="1203204"/>
                    </a:lnTo>
                    <a:lnTo>
                      <a:pt x="406400" y="1406404"/>
                    </a:lnTo>
                    <a:lnTo>
                      <a:pt x="812800" y="703202"/>
                    </a:lnTo>
                    <a:close/>
                  </a:path>
                </a:pathLst>
              </a:custGeom>
              <a:gradFill rotWithShape="1">
                <a:gsLst>
                  <a:gs pos="0">
                    <a:srgbClr val="CDFFD8">
                      <a:alpha val="100000"/>
                    </a:srgbClr>
                  </a:gs>
                  <a:gs pos="100000">
                    <a:srgbClr val="94B9FF">
                      <a:alpha val="100000"/>
                    </a:srgbClr>
                  </a:gs>
                </a:gsLst>
                <a:lin ang="0"/>
              </a:gradFill>
            </p:spPr>
          </p:sp>
          <p:sp>
            <p:nvSpPr>
              <p:cNvPr id="26" name="TextBox 26"/>
              <p:cNvSpPr txBox="1"/>
              <p:nvPr/>
            </p:nvSpPr>
            <p:spPr>
              <a:xfrm>
                <a:off x="0" y="146050"/>
                <a:ext cx="711200" cy="1057154"/>
              </a:xfrm>
              <a:prstGeom prst="rect">
                <a:avLst/>
              </a:prstGeom>
            </p:spPr>
            <p:txBody>
              <a:bodyPr lIns="50800" tIns="50800" rIns="50800" bIns="50800" rtlCol="0" anchor="ctr"/>
              <a:lstStyle/>
              <a:p>
                <a:pPr algn="ctr">
                  <a:lnSpc>
                    <a:spcPts val="2486"/>
                  </a:lnSpc>
                </a:pPr>
                <a:endParaRPr/>
              </a:p>
            </p:txBody>
          </p:sp>
        </p:grpSp>
        <p:grpSp>
          <p:nvGrpSpPr>
            <p:cNvPr id="27" name="Group 27"/>
            <p:cNvGrpSpPr/>
            <p:nvPr/>
          </p:nvGrpSpPr>
          <p:grpSpPr>
            <a:xfrm>
              <a:off x="1758123" y="3007515"/>
              <a:ext cx="3516247" cy="2637185"/>
              <a:chOff x="0" y="0"/>
              <a:chExt cx="812800" cy="609600"/>
            </a:xfrm>
          </p:grpSpPr>
          <p:sp>
            <p:nvSpPr>
              <p:cNvPr id="28" name="Freeform 28"/>
              <p:cNvSpPr/>
              <p:nvPr/>
            </p:nvSpPr>
            <p:spPr>
              <a:xfrm>
                <a:off x="0" y="0"/>
                <a:ext cx="812800" cy="609600"/>
              </a:xfrm>
              <a:custGeom>
                <a:avLst/>
                <a:gdLst/>
                <a:ahLst/>
                <a:cxnLst/>
                <a:rect l="l" t="t" r="r" b="b"/>
                <a:pathLst>
                  <a:path w="812800" h="609600">
                    <a:moveTo>
                      <a:pt x="609600" y="0"/>
                    </a:moveTo>
                    <a:lnTo>
                      <a:pt x="0" y="0"/>
                    </a:lnTo>
                    <a:lnTo>
                      <a:pt x="203200" y="609600"/>
                    </a:lnTo>
                    <a:lnTo>
                      <a:pt x="812800" y="609600"/>
                    </a:lnTo>
                    <a:lnTo>
                      <a:pt x="609600" y="0"/>
                    </a:lnTo>
                    <a:close/>
                  </a:path>
                </a:pathLst>
              </a:custGeom>
              <a:solidFill>
                <a:srgbClr val="144D5F"/>
              </a:solidFill>
            </p:spPr>
          </p:sp>
          <p:sp>
            <p:nvSpPr>
              <p:cNvPr id="29" name="TextBox 29"/>
              <p:cNvSpPr txBox="1"/>
              <p:nvPr/>
            </p:nvSpPr>
            <p:spPr>
              <a:xfrm>
                <a:off x="101600" y="-57150"/>
                <a:ext cx="609600" cy="666750"/>
              </a:xfrm>
              <a:prstGeom prst="rect">
                <a:avLst/>
              </a:prstGeom>
            </p:spPr>
            <p:txBody>
              <a:bodyPr lIns="50800" tIns="50800" rIns="50800" bIns="50800" rtlCol="0" anchor="ctr"/>
              <a:lstStyle/>
              <a:p>
                <a:pPr algn="ctr">
                  <a:lnSpc>
                    <a:spcPts val="2486"/>
                  </a:lnSpc>
                </a:pPr>
                <a:endParaRPr/>
              </a:p>
            </p:txBody>
          </p:sp>
        </p:grpSp>
        <p:grpSp>
          <p:nvGrpSpPr>
            <p:cNvPr id="30" name="Group 30"/>
            <p:cNvGrpSpPr/>
            <p:nvPr/>
          </p:nvGrpSpPr>
          <p:grpSpPr>
            <a:xfrm>
              <a:off x="435526" y="4326107"/>
              <a:ext cx="7183009" cy="1758123"/>
              <a:chOff x="0" y="0"/>
              <a:chExt cx="1660392" cy="406400"/>
            </a:xfrm>
          </p:grpSpPr>
          <p:sp>
            <p:nvSpPr>
              <p:cNvPr id="31" name="Freeform 31"/>
              <p:cNvSpPr/>
              <p:nvPr/>
            </p:nvSpPr>
            <p:spPr>
              <a:xfrm>
                <a:off x="0" y="0"/>
                <a:ext cx="1660392" cy="406400"/>
              </a:xfrm>
              <a:custGeom>
                <a:avLst/>
                <a:gdLst/>
                <a:ahLst/>
                <a:cxnLst/>
                <a:rect l="l" t="t" r="r" b="b"/>
                <a:pathLst>
                  <a:path w="1660392" h="406400">
                    <a:moveTo>
                      <a:pt x="1457192" y="0"/>
                    </a:moveTo>
                    <a:cubicBezTo>
                      <a:pt x="1569417" y="0"/>
                      <a:pt x="1660392" y="90976"/>
                      <a:pt x="1660392" y="203200"/>
                    </a:cubicBezTo>
                    <a:cubicBezTo>
                      <a:pt x="1660392" y="315424"/>
                      <a:pt x="1569417" y="406400"/>
                      <a:pt x="1457192" y="406400"/>
                    </a:cubicBezTo>
                    <a:lnTo>
                      <a:pt x="203200" y="406400"/>
                    </a:lnTo>
                    <a:cubicBezTo>
                      <a:pt x="90976" y="406400"/>
                      <a:pt x="0" y="315424"/>
                      <a:pt x="0" y="203200"/>
                    </a:cubicBezTo>
                    <a:cubicBezTo>
                      <a:pt x="0" y="90976"/>
                      <a:pt x="90976" y="0"/>
                      <a:pt x="203200" y="0"/>
                    </a:cubicBezTo>
                    <a:close/>
                  </a:path>
                </a:pathLst>
              </a:custGeom>
              <a:solidFill>
                <a:srgbClr val="46A0B1"/>
              </a:solidFill>
            </p:spPr>
          </p:sp>
          <p:sp>
            <p:nvSpPr>
              <p:cNvPr id="32" name="TextBox 32"/>
              <p:cNvSpPr txBox="1"/>
              <p:nvPr/>
            </p:nvSpPr>
            <p:spPr>
              <a:xfrm>
                <a:off x="0" y="-57150"/>
                <a:ext cx="1660392" cy="463550"/>
              </a:xfrm>
              <a:prstGeom prst="rect">
                <a:avLst/>
              </a:prstGeom>
            </p:spPr>
            <p:txBody>
              <a:bodyPr lIns="50800" tIns="50800" rIns="50800" bIns="50800" rtlCol="0" anchor="ctr"/>
              <a:lstStyle/>
              <a:p>
                <a:pPr algn="ctr">
                  <a:lnSpc>
                    <a:spcPts val="2486"/>
                  </a:lnSpc>
                </a:pPr>
                <a:endParaRPr/>
              </a:p>
            </p:txBody>
          </p:sp>
        </p:grpSp>
        <p:grpSp>
          <p:nvGrpSpPr>
            <p:cNvPr id="33" name="Group 33"/>
            <p:cNvGrpSpPr/>
            <p:nvPr/>
          </p:nvGrpSpPr>
          <p:grpSpPr>
            <a:xfrm>
              <a:off x="0" y="2929699"/>
              <a:ext cx="3516247" cy="3516247"/>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lnTo>
                      <a:pt x="0" y="406400"/>
                    </a:lnTo>
                    <a:lnTo>
                      <a:pt x="203200" y="406400"/>
                    </a:lnTo>
                    <a:lnTo>
                      <a:pt x="203200" y="812800"/>
                    </a:lnTo>
                    <a:lnTo>
                      <a:pt x="609600" y="812800"/>
                    </a:lnTo>
                    <a:lnTo>
                      <a:pt x="609600" y="406400"/>
                    </a:lnTo>
                    <a:lnTo>
                      <a:pt x="812800" y="406400"/>
                    </a:lnTo>
                    <a:lnTo>
                      <a:pt x="406400" y="0"/>
                    </a:lnTo>
                    <a:close/>
                  </a:path>
                </a:pathLst>
              </a:custGeom>
              <a:solidFill>
                <a:srgbClr val="46A0B1"/>
              </a:solidFill>
            </p:spPr>
          </p:sp>
          <p:sp>
            <p:nvSpPr>
              <p:cNvPr id="35" name="TextBox 35"/>
              <p:cNvSpPr txBox="1"/>
              <p:nvPr/>
            </p:nvSpPr>
            <p:spPr>
              <a:xfrm>
                <a:off x="203200" y="44450"/>
                <a:ext cx="406400" cy="768350"/>
              </a:xfrm>
              <a:prstGeom prst="rect">
                <a:avLst/>
              </a:prstGeom>
            </p:spPr>
            <p:txBody>
              <a:bodyPr lIns="50800" tIns="50800" rIns="50800" bIns="50800" rtlCol="0" anchor="ctr"/>
              <a:lstStyle/>
              <a:p>
                <a:pPr algn="ctr">
                  <a:lnSpc>
                    <a:spcPts val="2486"/>
                  </a:lnSpc>
                </a:pPr>
                <a:endParaRPr/>
              </a:p>
            </p:txBody>
          </p:sp>
        </p:grpSp>
        <p:grpSp>
          <p:nvGrpSpPr>
            <p:cNvPr id="36" name="Group 36"/>
            <p:cNvGrpSpPr/>
            <p:nvPr/>
          </p:nvGrpSpPr>
          <p:grpSpPr>
            <a:xfrm rot="-729709">
              <a:off x="3337933" y="1236507"/>
              <a:ext cx="3066014" cy="4599021"/>
              <a:chOff x="0" y="0"/>
              <a:chExt cx="406400" cy="609600"/>
            </a:xfrm>
          </p:grpSpPr>
          <p:sp>
            <p:nvSpPr>
              <p:cNvPr id="37" name="Freeform 37"/>
              <p:cNvSpPr/>
              <p:nvPr/>
            </p:nvSpPr>
            <p:spPr>
              <a:xfrm>
                <a:off x="0" y="0"/>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gradFill rotWithShape="1">
                <a:gsLst>
                  <a:gs pos="0">
                    <a:srgbClr val="CDFFD8">
                      <a:alpha val="60000"/>
                    </a:srgbClr>
                  </a:gs>
                  <a:gs pos="100000">
                    <a:srgbClr val="94B9FF">
                      <a:alpha val="60000"/>
                    </a:srgbClr>
                  </a:gs>
                </a:gsLst>
                <a:lin ang="0"/>
              </a:gradFill>
            </p:spPr>
          </p:sp>
          <p:sp>
            <p:nvSpPr>
              <p:cNvPr id="38" name="TextBox 38"/>
              <p:cNvSpPr txBox="1"/>
              <p:nvPr/>
            </p:nvSpPr>
            <p:spPr>
              <a:xfrm>
                <a:off x="101600" y="-57150"/>
                <a:ext cx="203200" cy="666750"/>
              </a:xfrm>
              <a:prstGeom prst="rect">
                <a:avLst/>
              </a:prstGeom>
            </p:spPr>
            <p:txBody>
              <a:bodyPr lIns="50800" tIns="50800" rIns="50800" bIns="50800" rtlCol="0" anchor="ctr"/>
              <a:lstStyle/>
              <a:p>
                <a:pPr algn="ctr">
                  <a:lnSpc>
                    <a:spcPts val="2486"/>
                  </a:lnSpc>
                </a:pPr>
                <a:endParaRPr/>
              </a:p>
            </p:txBody>
          </p:sp>
        </p:grpSp>
      </p:grpSp>
      <p:sp>
        <p:nvSpPr>
          <p:cNvPr id="39" name="Freeform 39"/>
          <p:cNvSpPr/>
          <p:nvPr/>
        </p:nvSpPr>
        <p:spPr>
          <a:xfrm>
            <a:off x="15245913" y="9258300"/>
            <a:ext cx="2595326" cy="648832"/>
          </a:xfrm>
          <a:custGeom>
            <a:avLst/>
            <a:gdLst/>
            <a:ahLst/>
            <a:cxnLst/>
            <a:rect l="l" t="t" r="r" b="b"/>
            <a:pathLst>
              <a:path w="2595326" h="648832">
                <a:moveTo>
                  <a:pt x="0" y="0"/>
                </a:moveTo>
                <a:lnTo>
                  <a:pt x="2595326" y="0"/>
                </a:lnTo>
                <a:lnTo>
                  <a:pt x="2595326" y="648832"/>
                </a:lnTo>
                <a:lnTo>
                  <a:pt x="0" y="648832"/>
                </a:lnTo>
                <a:lnTo>
                  <a:pt x="0" y="0"/>
                </a:lnTo>
                <a:close/>
              </a:path>
            </a:pathLst>
          </a:custGeom>
          <a:blipFill>
            <a:blip r:embed="rId6"/>
            <a:stretch>
              <a:fillRect/>
            </a:stretch>
          </a:blipFill>
        </p:spPr>
      </p:sp>
      <p:sp>
        <p:nvSpPr>
          <p:cNvPr id="40" name="TextBox 40"/>
          <p:cNvSpPr txBox="1"/>
          <p:nvPr/>
        </p:nvSpPr>
        <p:spPr>
          <a:xfrm>
            <a:off x="2968194" y="2913309"/>
            <a:ext cx="8428143" cy="971550"/>
          </a:xfrm>
          <a:prstGeom prst="rect">
            <a:avLst/>
          </a:prstGeom>
        </p:spPr>
        <p:txBody>
          <a:bodyPr lIns="0" tIns="0" rIns="0" bIns="0" rtlCol="0" anchor="t">
            <a:spAutoFit/>
          </a:bodyPr>
          <a:lstStyle/>
          <a:p>
            <a:pPr algn="l">
              <a:lnSpc>
                <a:spcPts val="7349"/>
              </a:lnSpc>
            </a:pPr>
            <a:r>
              <a:rPr lang="en-US" sz="6999" spc="139">
                <a:solidFill>
                  <a:srgbClr val="FEFEFF"/>
                </a:solidFill>
                <a:latin typeface="Norwester"/>
                <a:ea typeface="Norwester"/>
                <a:cs typeface="Norwester"/>
                <a:sym typeface="Norwester"/>
              </a:rPr>
              <a:t>HARUS BISA NGODING?</a:t>
            </a:r>
          </a:p>
        </p:txBody>
      </p:sp>
      <p:sp>
        <p:nvSpPr>
          <p:cNvPr id="41" name="TextBox 41"/>
          <p:cNvSpPr txBox="1"/>
          <p:nvPr/>
        </p:nvSpPr>
        <p:spPr>
          <a:xfrm>
            <a:off x="2968194" y="2410207"/>
            <a:ext cx="5946194" cy="397481"/>
          </a:xfrm>
          <a:prstGeom prst="rect">
            <a:avLst/>
          </a:prstGeom>
        </p:spPr>
        <p:txBody>
          <a:bodyPr wrap="square" lIns="0" tIns="0" rIns="0" bIns="0" rtlCol="0" anchor="t">
            <a:spAutoFit/>
          </a:bodyPr>
          <a:lstStyle/>
          <a:p>
            <a:pPr>
              <a:lnSpc>
                <a:spcPts val="3442"/>
              </a:lnSpc>
              <a:spcBef>
                <a:spcPct val="0"/>
              </a:spcBef>
            </a:pPr>
            <a:r>
              <a:rPr lang="en-US" sz="2295" b="1" spc="275" dirty="0" err="1">
                <a:solidFill>
                  <a:srgbClr val="FEFEFF"/>
                </a:solidFill>
                <a:latin typeface="Inter Semi-Bold"/>
                <a:ea typeface="Inter Semi-Bold"/>
                <a:cs typeface="Inter Semi-Bold"/>
                <a:sym typeface="Inter Semi-Bold"/>
              </a:rPr>
              <a:t>Apakah</a:t>
            </a:r>
            <a:r>
              <a:rPr lang="en-US" sz="2295" b="1" spc="275" dirty="0">
                <a:solidFill>
                  <a:srgbClr val="FEFEFF"/>
                </a:solidFill>
                <a:latin typeface="Inter Semi-Bold"/>
                <a:ea typeface="Inter Semi-Bold"/>
                <a:cs typeface="Inter Semi-Bold"/>
                <a:sym typeface="Inter Semi-Bold"/>
              </a:rPr>
              <a:t> </a:t>
            </a:r>
            <a:r>
              <a:rPr lang="en-US" sz="2295" b="1" spc="275" dirty="0" err="1">
                <a:solidFill>
                  <a:srgbClr val="FEFEFF"/>
                </a:solidFill>
                <a:latin typeface="Inter Semi-Bold"/>
                <a:ea typeface="Inter Semi-Bold"/>
                <a:cs typeface="Inter Semi-Bold"/>
                <a:sym typeface="Inter Semi-Bold"/>
              </a:rPr>
              <a:t>jadi</a:t>
            </a:r>
            <a:r>
              <a:rPr lang="en-US" sz="2295" b="1" spc="275" dirty="0">
                <a:solidFill>
                  <a:srgbClr val="FEFEFF"/>
                </a:solidFill>
                <a:latin typeface="Inter Semi-Bold"/>
                <a:ea typeface="Inter Semi-Bold"/>
                <a:cs typeface="Inter Semi-Bold"/>
                <a:sym typeface="Inter Semi-Bold"/>
              </a:rPr>
              <a:t> UI/UX Designer</a:t>
            </a:r>
          </a:p>
        </p:txBody>
      </p:sp>
      <p:sp>
        <p:nvSpPr>
          <p:cNvPr id="42" name="TextBox 42"/>
          <p:cNvSpPr txBox="1"/>
          <p:nvPr/>
        </p:nvSpPr>
        <p:spPr>
          <a:xfrm>
            <a:off x="2958669" y="4030610"/>
            <a:ext cx="12370663" cy="2979602"/>
          </a:xfrm>
          <a:prstGeom prst="rect">
            <a:avLst/>
          </a:prstGeom>
        </p:spPr>
        <p:txBody>
          <a:bodyPr lIns="0" tIns="0" rIns="0" bIns="0" rtlCol="0" anchor="t">
            <a:spAutoFit/>
          </a:bodyPr>
          <a:lstStyle/>
          <a:p>
            <a:pPr algn="just">
              <a:lnSpc>
                <a:spcPts val="3442"/>
              </a:lnSpc>
            </a:pPr>
            <a:r>
              <a:rPr lang="en-US" sz="2295" spc="275">
                <a:solidFill>
                  <a:srgbClr val="FEFEFF"/>
                </a:solidFill>
                <a:latin typeface="Inter"/>
                <a:ea typeface="Inter"/>
                <a:cs typeface="Inter"/>
                <a:sym typeface="Inter"/>
              </a:rPr>
              <a:t>Gak Perlu</a:t>
            </a:r>
          </a:p>
          <a:p>
            <a:pPr algn="just">
              <a:lnSpc>
                <a:spcPts val="3442"/>
              </a:lnSpc>
            </a:pPr>
            <a:endParaRPr lang="en-US" sz="2295" spc="275">
              <a:solidFill>
                <a:srgbClr val="FEFEFF"/>
              </a:solidFill>
              <a:latin typeface="Inter"/>
              <a:ea typeface="Inter"/>
              <a:cs typeface="Inter"/>
              <a:sym typeface="Inter"/>
            </a:endParaRPr>
          </a:p>
          <a:p>
            <a:pPr algn="just">
              <a:lnSpc>
                <a:spcPts val="3442"/>
              </a:lnSpc>
            </a:pPr>
            <a:r>
              <a:rPr lang="en-US" sz="2295" spc="275">
                <a:solidFill>
                  <a:srgbClr val="FEFEFF"/>
                </a:solidFill>
                <a:latin typeface="Inter"/>
                <a:ea typeface="Inter"/>
                <a:cs typeface="Inter"/>
                <a:sym typeface="Inter"/>
              </a:rPr>
              <a:t>Pada dasarnya seorang UI/UX Designer hanya bertanggung jawab pada bagian perancangan produk dari segi tampilan visual maupun pengalaman pengguna.</a:t>
            </a:r>
          </a:p>
          <a:p>
            <a:pPr algn="just">
              <a:lnSpc>
                <a:spcPts val="3442"/>
              </a:lnSpc>
            </a:pPr>
            <a:endParaRPr lang="en-US" sz="2295" spc="275">
              <a:solidFill>
                <a:srgbClr val="FEFEFF"/>
              </a:solidFill>
              <a:latin typeface="Inter"/>
              <a:ea typeface="Inter"/>
              <a:cs typeface="Inter"/>
              <a:sym typeface="Inter"/>
            </a:endParaRPr>
          </a:p>
          <a:p>
            <a:pPr algn="just">
              <a:lnSpc>
                <a:spcPts val="3442"/>
              </a:lnSpc>
              <a:spcBef>
                <a:spcPct val="0"/>
              </a:spcBef>
            </a:pPr>
            <a:r>
              <a:rPr lang="en-US" sz="2295" spc="275">
                <a:solidFill>
                  <a:srgbClr val="FEFEFF"/>
                </a:solidFill>
                <a:latin typeface="Inter"/>
                <a:ea typeface="Inter"/>
                <a:cs typeface="Inter"/>
                <a:sym typeface="Inter"/>
              </a:rPr>
              <a:t>Tapi Kalo bisa, itu bisa jadi nilai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2940"/>
        </a:solidFill>
        <a:effectLst/>
      </p:bgPr>
    </p:bg>
    <p:spTree>
      <p:nvGrpSpPr>
        <p:cNvPr id="1" name=""/>
        <p:cNvGrpSpPr/>
        <p:nvPr/>
      </p:nvGrpSpPr>
      <p:grpSpPr>
        <a:xfrm>
          <a:off x="0" y="0"/>
          <a:ext cx="0" cy="0"/>
          <a:chOff x="0" y="0"/>
          <a:chExt cx="0" cy="0"/>
        </a:xfrm>
      </p:grpSpPr>
      <p:sp>
        <p:nvSpPr>
          <p:cNvPr id="2" name="Freeform 2"/>
          <p:cNvSpPr/>
          <p:nvPr/>
        </p:nvSpPr>
        <p:spPr>
          <a:xfrm>
            <a:off x="9525"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15000"/>
            </a:blip>
            <a:stretch>
              <a:fillRect/>
            </a:stretch>
          </a:blipFill>
        </p:spPr>
      </p:sp>
      <p:grpSp>
        <p:nvGrpSpPr>
          <p:cNvPr id="3" name="Group 3"/>
          <p:cNvGrpSpPr/>
          <p:nvPr/>
        </p:nvGrpSpPr>
        <p:grpSpPr>
          <a:xfrm>
            <a:off x="7510084" y="732996"/>
            <a:ext cx="3267833" cy="591408"/>
            <a:chOff x="0" y="0"/>
            <a:chExt cx="4357110" cy="788544"/>
          </a:xfrm>
        </p:grpSpPr>
        <p:sp>
          <p:nvSpPr>
            <p:cNvPr id="4" name="Freeform 4"/>
            <p:cNvSpPr/>
            <p:nvPr/>
          </p:nvSpPr>
          <p:spPr>
            <a:xfrm>
              <a:off x="0" y="0"/>
              <a:ext cx="732988" cy="732988"/>
            </a:xfrm>
            <a:custGeom>
              <a:avLst/>
              <a:gdLst/>
              <a:ahLst/>
              <a:cxnLst/>
              <a:rect l="l" t="t" r="r" b="b"/>
              <a:pathLst>
                <a:path w="732988" h="732988">
                  <a:moveTo>
                    <a:pt x="0" y="0"/>
                  </a:moveTo>
                  <a:lnTo>
                    <a:pt x="732988" y="0"/>
                  </a:lnTo>
                  <a:lnTo>
                    <a:pt x="732988" y="732988"/>
                  </a:lnTo>
                  <a:lnTo>
                    <a:pt x="0" y="732988"/>
                  </a:lnTo>
                  <a:lnTo>
                    <a:pt x="0" y="0"/>
                  </a:lnTo>
                  <a:close/>
                </a:path>
              </a:pathLst>
            </a:custGeom>
            <a:blipFill>
              <a:blip r:embed="rId3"/>
              <a:stretch>
                <a:fillRect/>
              </a:stretch>
            </a:blipFill>
          </p:spPr>
        </p:sp>
        <p:sp>
          <p:nvSpPr>
            <p:cNvPr id="5" name="Freeform 5"/>
            <p:cNvSpPr/>
            <p:nvPr/>
          </p:nvSpPr>
          <p:spPr>
            <a:xfrm>
              <a:off x="935429" y="0"/>
              <a:ext cx="732988" cy="732988"/>
            </a:xfrm>
            <a:custGeom>
              <a:avLst/>
              <a:gdLst/>
              <a:ahLst/>
              <a:cxnLst/>
              <a:rect l="l" t="t" r="r" b="b"/>
              <a:pathLst>
                <a:path w="732988" h="732988">
                  <a:moveTo>
                    <a:pt x="0" y="0"/>
                  </a:moveTo>
                  <a:lnTo>
                    <a:pt x="732988" y="0"/>
                  </a:lnTo>
                  <a:lnTo>
                    <a:pt x="732988" y="732988"/>
                  </a:lnTo>
                  <a:lnTo>
                    <a:pt x="0" y="732988"/>
                  </a:lnTo>
                  <a:lnTo>
                    <a:pt x="0" y="0"/>
                  </a:lnTo>
                  <a:close/>
                </a:path>
              </a:pathLst>
            </a:custGeom>
            <a:blipFill>
              <a:blip r:embed="rId4"/>
              <a:stretch>
                <a:fillRect/>
              </a:stretch>
            </a:blipFill>
          </p:spPr>
        </p:sp>
        <p:sp>
          <p:nvSpPr>
            <p:cNvPr id="6" name="Freeform 6"/>
            <p:cNvSpPr/>
            <p:nvPr/>
          </p:nvSpPr>
          <p:spPr>
            <a:xfrm>
              <a:off x="1872405" y="55556"/>
              <a:ext cx="2484706" cy="732988"/>
            </a:xfrm>
            <a:custGeom>
              <a:avLst/>
              <a:gdLst/>
              <a:ahLst/>
              <a:cxnLst/>
              <a:rect l="l" t="t" r="r" b="b"/>
              <a:pathLst>
                <a:path w="2484706" h="732988">
                  <a:moveTo>
                    <a:pt x="0" y="0"/>
                  </a:moveTo>
                  <a:lnTo>
                    <a:pt x="2484705" y="0"/>
                  </a:lnTo>
                  <a:lnTo>
                    <a:pt x="2484705" y="732988"/>
                  </a:lnTo>
                  <a:lnTo>
                    <a:pt x="0" y="732988"/>
                  </a:lnTo>
                  <a:lnTo>
                    <a:pt x="0" y="0"/>
                  </a:lnTo>
                  <a:close/>
                </a:path>
              </a:pathLst>
            </a:custGeom>
            <a:blipFill>
              <a:blip r:embed="rId5"/>
              <a:stretch>
                <a:fillRect/>
              </a:stretch>
            </a:blipFill>
          </p:spPr>
        </p:sp>
      </p:grpSp>
      <p:grpSp>
        <p:nvGrpSpPr>
          <p:cNvPr id="7" name="Group 7"/>
          <p:cNvGrpSpPr/>
          <p:nvPr/>
        </p:nvGrpSpPr>
        <p:grpSpPr>
          <a:xfrm>
            <a:off x="13819395" y="-1307921"/>
            <a:ext cx="7040355" cy="6307586"/>
            <a:chOff x="0" y="0"/>
            <a:chExt cx="9387141" cy="8410115"/>
          </a:xfrm>
        </p:grpSpPr>
        <p:grpSp>
          <p:nvGrpSpPr>
            <p:cNvPr id="8" name="Group 8"/>
            <p:cNvGrpSpPr/>
            <p:nvPr/>
          </p:nvGrpSpPr>
          <p:grpSpPr>
            <a:xfrm>
              <a:off x="4693570" y="0"/>
              <a:ext cx="4693570" cy="8410115"/>
              <a:chOff x="0" y="0"/>
              <a:chExt cx="948267" cy="1699140"/>
            </a:xfrm>
          </p:grpSpPr>
          <p:sp>
            <p:nvSpPr>
              <p:cNvPr id="9" name="Freeform 9"/>
              <p:cNvSpPr/>
              <p:nvPr/>
            </p:nvSpPr>
            <p:spPr>
              <a:xfrm>
                <a:off x="0" y="0"/>
                <a:ext cx="948267" cy="1699140"/>
              </a:xfrm>
              <a:custGeom>
                <a:avLst/>
                <a:gdLst/>
                <a:ahLst/>
                <a:cxnLst/>
                <a:rect l="l" t="t" r="r" b="b"/>
                <a:pathLst>
                  <a:path w="948267" h="1699140">
                    <a:moveTo>
                      <a:pt x="0" y="849570"/>
                    </a:moveTo>
                    <a:lnTo>
                      <a:pt x="406400" y="0"/>
                    </a:lnTo>
                    <a:lnTo>
                      <a:pt x="406400" y="203200"/>
                    </a:lnTo>
                    <a:lnTo>
                      <a:pt x="948267" y="203200"/>
                    </a:lnTo>
                    <a:lnTo>
                      <a:pt x="948267" y="1495940"/>
                    </a:lnTo>
                    <a:lnTo>
                      <a:pt x="406400" y="1495940"/>
                    </a:lnTo>
                    <a:lnTo>
                      <a:pt x="406400" y="1699140"/>
                    </a:lnTo>
                    <a:lnTo>
                      <a:pt x="0" y="849570"/>
                    </a:lnTo>
                    <a:close/>
                  </a:path>
                </a:pathLst>
              </a:custGeom>
              <a:gradFill rotWithShape="1">
                <a:gsLst>
                  <a:gs pos="0">
                    <a:srgbClr val="CDFFD8">
                      <a:alpha val="100000"/>
                    </a:srgbClr>
                  </a:gs>
                  <a:gs pos="100000">
                    <a:srgbClr val="94B9FF">
                      <a:alpha val="100000"/>
                    </a:srgbClr>
                  </a:gs>
                </a:gsLst>
                <a:lin ang="0"/>
              </a:gradFill>
            </p:spPr>
          </p:sp>
          <p:sp>
            <p:nvSpPr>
              <p:cNvPr id="10" name="TextBox 10"/>
              <p:cNvSpPr txBox="1"/>
              <p:nvPr/>
            </p:nvSpPr>
            <p:spPr>
              <a:xfrm>
                <a:off x="101600" y="146050"/>
                <a:ext cx="846667" cy="1349890"/>
              </a:xfrm>
              <a:prstGeom prst="rect">
                <a:avLst/>
              </a:prstGeom>
            </p:spPr>
            <p:txBody>
              <a:bodyPr lIns="50800" tIns="50800" rIns="50800" bIns="50800" rtlCol="0" anchor="ctr"/>
              <a:lstStyle/>
              <a:p>
                <a:pPr algn="ctr">
                  <a:lnSpc>
                    <a:spcPts val="2486"/>
                  </a:lnSpc>
                </a:pPr>
                <a:endParaRPr/>
              </a:p>
            </p:txBody>
          </p:sp>
        </p:grpSp>
        <p:grpSp>
          <p:nvGrpSpPr>
            <p:cNvPr id="11" name="Group 11"/>
            <p:cNvGrpSpPr/>
            <p:nvPr/>
          </p:nvGrpSpPr>
          <p:grpSpPr>
            <a:xfrm>
              <a:off x="2682040" y="2390174"/>
              <a:ext cx="4023060" cy="1814884"/>
              <a:chOff x="0" y="0"/>
              <a:chExt cx="812800" cy="366671"/>
            </a:xfrm>
          </p:grpSpPr>
          <p:sp>
            <p:nvSpPr>
              <p:cNvPr id="12" name="Freeform 12"/>
              <p:cNvSpPr/>
              <p:nvPr/>
            </p:nvSpPr>
            <p:spPr>
              <a:xfrm>
                <a:off x="0" y="0"/>
                <a:ext cx="812800" cy="366671"/>
              </a:xfrm>
              <a:custGeom>
                <a:avLst/>
                <a:gdLst/>
                <a:ahLst/>
                <a:cxnLst/>
                <a:rect l="l" t="t" r="r" b="b"/>
                <a:pathLst>
                  <a:path w="812800" h="366671">
                    <a:moveTo>
                      <a:pt x="609600" y="0"/>
                    </a:moveTo>
                    <a:lnTo>
                      <a:pt x="0" y="0"/>
                    </a:lnTo>
                    <a:lnTo>
                      <a:pt x="203200" y="366671"/>
                    </a:lnTo>
                    <a:lnTo>
                      <a:pt x="812800" y="366671"/>
                    </a:lnTo>
                    <a:lnTo>
                      <a:pt x="609600" y="0"/>
                    </a:lnTo>
                    <a:close/>
                  </a:path>
                </a:pathLst>
              </a:custGeom>
              <a:solidFill>
                <a:srgbClr val="144D5F"/>
              </a:solidFill>
            </p:spPr>
          </p:sp>
          <p:sp>
            <p:nvSpPr>
              <p:cNvPr id="13" name="TextBox 13"/>
              <p:cNvSpPr txBox="1"/>
              <p:nvPr/>
            </p:nvSpPr>
            <p:spPr>
              <a:xfrm>
                <a:off x="101600" y="-57150"/>
                <a:ext cx="609600" cy="423821"/>
              </a:xfrm>
              <a:prstGeom prst="rect">
                <a:avLst/>
              </a:prstGeom>
            </p:spPr>
            <p:txBody>
              <a:bodyPr lIns="50800" tIns="50800" rIns="50800" bIns="50800" rtlCol="0" anchor="ctr"/>
              <a:lstStyle/>
              <a:p>
                <a:pPr algn="ctr">
                  <a:lnSpc>
                    <a:spcPts val="2486"/>
                  </a:lnSpc>
                </a:pPr>
                <a:endParaRPr/>
              </a:p>
            </p:txBody>
          </p:sp>
        </p:grpSp>
        <p:grpSp>
          <p:nvGrpSpPr>
            <p:cNvPr id="14" name="Group 14"/>
            <p:cNvGrpSpPr/>
            <p:nvPr/>
          </p:nvGrpSpPr>
          <p:grpSpPr>
            <a:xfrm>
              <a:off x="0" y="500864"/>
              <a:ext cx="7716008" cy="2011530"/>
              <a:chOff x="0" y="0"/>
              <a:chExt cx="1558906" cy="406400"/>
            </a:xfrm>
          </p:grpSpPr>
          <p:sp>
            <p:nvSpPr>
              <p:cNvPr id="15" name="Freeform 15"/>
              <p:cNvSpPr/>
              <p:nvPr/>
            </p:nvSpPr>
            <p:spPr>
              <a:xfrm>
                <a:off x="0" y="0"/>
                <a:ext cx="1558906" cy="406400"/>
              </a:xfrm>
              <a:custGeom>
                <a:avLst/>
                <a:gdLst/>
                <a:ahLst/>
                <a:cxnLst/>
                <a:rect l="l" t="t" r="r" b="b"/>
                <a:pathLst>
                  <a:path w="1558906" h="406400">
                    <a:moveTo>
                      <a:pt x="1355706" y="0"/>
                    </a:moveTo>
                    <a:cubicBezTo>
                      <a:pt x="1467930" y="0"/>
                      <a:pt x="1558906" y="90976"/>
                      <a:pt x="1558906" y="203200"/>
                    </a:cubicBezTo>
                    <a:cubicBezTo>
                      <a:pt x="1558906" y="315424"/>
                      <a:pt x="1467930" y="406400"/>
                      <a:pt x="1355706" y="406400"/>
                    </a:cubicBezTo>
                    <a:lnTo>
                      <a:pt x="203200" y="406400"/>
                    </a:lnTo>
                    <a:cubicBezTo>
                      <a:pt x="90976" y="406400"/>
                      <a:pt x="0" y="315424"/>
                      <a:pt x="0" y="203200"/>
                    </a:cubicBezTo>
                    <a:cubicBezTo>
                      <a:pt x="0" y="90976"/>
                      <a:pt x="90976" y="0"/>
                      <a:pt x="203200" y="0"/>
                    </a:cubicBezTo>
                    <a:close/>
                  </a:path>
                </a:pathLst>
              </a:custGeom>
              <a:solidFill>
                <a:srgbClr val="46A0B1"/>
              </a:solidFill>
            </p:spPr>
          </p:sp>
          <p:sp>
            <p:nvSpPr>
              <p:cNvPr id="16" name="TextBox 16"/>
              <p:cNvSpPr txBox="1"/>
              <p:nvPr/>
            </p:nvSpPr>
            <p:spPr>
              <a:xfrm>
                <a:off x="0" y="-57150"/>
                <a:ext cx="1558906" cy="463550"/>
              </a:xfrm>
              <a:prstGeom prst="rect">
                <a:avLst/>
              </a:prstGeom>
            </p:spPr>
            <p:txBody>
              <a:bodyPr lIns="50800" tIns="50800" rIns="50800" bIns="50800" rtlCol="0" anchor="ctr"/>
              <a:lstStyle/>
              <a:p>
                <a:pPr algn="ctr">
                  <a:lnSpc>
                    <a:spcPts val="2486"/>
                  </a:lnSpc>
                </a:pPr>
                <a:endParaRPr/>
              </a:p>
            </p:txBody>
          </p:sp>
        </p:grpSp>
        <p:grpSp>
          <p:nvGrpSpPr>
            <p:cNvPr id="17" name="Group 17"/>
            <p:cNvGrpSpPr/>
            <p:nvPr/>
          </p:nvGrpSpPr>
          <p:grpSpPr>
            <a:xfrm>
              <a:off x="4693570" y="181997"/>
              <a:ext cx="4023060" cy="4023060"/>
              <a:chOff x="0" y="0"/>
              <a:chExt cx="812800" cy="812800"/>
            </a:xfrm>
          </p:grpSpPr>
          <p:sp>
            <p:nvSpPr>
              <p:cNvPr id="18" name="Freeform 18"/>
              <p:cNvSpPr/>
              <p:nvPr/>
            </p:nvSpPr>
            <p:spPr>
              <a:xfrm>
                <a:off x="0" y="0"/>
                <a:ext cx="812800" cy="812800"/>
              </a:xfrm>
              <a:custGeom>
                <a:avLst/>
                <a:gdLst/>
                <a:ahLst/>
                <a:cxnLst/>
                <a:rect l="l" t="t" r="r" b="b"/>
                <a:pathLst>
                  <a:path w="812800" h="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46A0B1"/>
              </a:solidFill>
            </p:spPr>
          </p:sp>
          <p:sp>
            <p:nvSpPr>
              <p:cNvPr id="19" name="TextBox 19"/>
              <p:cNvSpPr txBox="1"/>
              <p:nvPr/>
            </p:nvSpPr>
            <p:spPr>
              <a:xfrm>
                <a:off x="203200" y="-57150"/>
                <a:ext cx="406400" cy="768350"/>
              </a:xfrm>
              <a:prstGeom prst="rect">
                <a:avLst/>
              </a:prstGeom>
            </p:spPr>
            <p:txBody>
              <a:bodyPr lIns="50800" tIns="50800" rIns="50800" bIns="50800" rtlCol="0" anchor="ctr"/>
              <a:lstStyle/>
              <a:p>
                <a:pPr algn="ctr">
                  <a:lnSpc>
                    <a:spcPts val="2486"/>
                  </a:lnSpc>
                </a:pPr>
                <a:endParaRPr/>
              </a:p>
            </p:txBody>
          </p:sp>
        </p:grpSp>
        <p:grpSp>
          <p:nvGrpSpPr>
            <p:cNvPr id="20" name="Group 20"/>
            <p:cNvGrpSpPr/>
            <p:nvPr/>
          </p:nvGrpSpPr>
          <p:grpSpPr>
            <a:xfrm rot="-421994">
              <a:off x="1547198" y="1087681"/>
              <a:ext cx="3507933" cy="5261900"/>
              <a:chOff x="0" y="0"/>
              <a:chExt cx="406400" cy="609600"/>
            </a:xfrm>
          </p:grpSpPr>
          <p:sp>
            <p:nvSpPr>
              <p:cNvPr id="21" name="Freeform 21"/>
              <p:cNvSpPr/>
              <p:nvPr/>
            </p:nvSpPr>
            <p:spPr>
              <a:xfrm>
                <a:off x="0" y="0"/>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gradFill rotWithShape="1">
                <a:gsLst>
                  <a:gs pos="0">
                    <a:srgbClr val="CDFFD8">
                      <a:alpha val="60000"/>
                    </a:srgbClr>
                  </a:gs>
                  <a:gs pos="100000">
                    <a:srgbClr val="94B9FF">
                      <a:alpha val="60000"/>
                    </a:srgbClr>
                  </a:gs>
                </a:gsLst>
                <a:lin ang="0"/>
              </a:gradFill>
            </p:spPr>
          </p:sp>
          <p:sp>
            <p:nvSpPr>
              <p:cNvPr id="22" name="TextBox 22"/>
              <p:cNvSpPr txBox="1"/>
              <p:nvPr/>
            </p:nvSpPr>
            <p:spPr>
              <a:xfrm>
                <a:off x="101600" y="-57150"/>
                <a:ext cx="203200" cy="666750"/>
              </a:xfrm>
              <a:prstGeom prst="rect">
                <a:avLst/>
              </a:prstGeom>
            </p:spPr>
            <p:txBody>
              <a:bodyPr lIns="50800" tIns="50800" rIns="50800" bIns="50800" rtlCol="0" anchor="ctr"/>
              <a:lstStyle/>
              <a:p>
                <a:pPr algn="ctr">
                  <a:lnSpc>
                    <a:spcPts val="2486"/>
                  </a:lnSpc>
                </a:pPr>
                <a:endParaRPr/>
              </a:p>
            </p:txBody>
          </p:sp>
        </p:grpSp>
      </p:grpSp>
      <p:grpSp>
        <p:nvGrpSpPr>
          <p:cNvPr id="23" name="Group 23"/>
          <p:cNvGrpSpPr/>
          <p:nvPr/>
        </p:nvGrpSpPr>
        <p:grpSpPr>
          <a:xfrm>
            <a:off x="-1705191" y="6469644"/>
            <a:ext cx="5713901" cy="4834459"/>
            <a:chOff x="0" y="0"/>
            <a:chExt cx="7618535" cy="6445946"/>
          </a:xfrm>
        </p:grpSpPr>
        <p:grpSp>
          <p:nvGrpSpPr>
            <p:cNvPr id="24" name="Group 24"/>
            <p:cNvGrpSpPr/>
            <p:nvPr/>
          </p:nvGrpSpPr>
          <p:grpSpPr>
            <a:xfrm>
              <a:off x="0" y="0"/>
              <a:ext cx="3516247" cy="6084231"/>
              <a:chOff x="0" y="0"/>
              <a:chExt cx="812800" cy="1406404"/>
            </a:xfrm>
          </p:grpSpPr>
          <p:sp>
            <p:nvSpPr>
              <p:cNvPr id="25" name="Freeform 25"/>
              <p:cNvSpPr/>
              <p:nvPr/>
            </p:nvSpPr>
            <p:spPr>
              <a:xfrm>
                <a:off x="0" y="0"/>
                <a:ext cx="812800" cy="1406404"/>
              </a:xfrm>
              <a:custGeom>
                <a:avLst/>
                <a:gdLst/>
                <a:ahLst/>
                <a:cxnLst/>
                <a:rect l="l" t="t" r="r" b="b"/>
                <a:pathLst>
                  <a:path w="812800" h="1406404">
                    <a:moveTo>
                      <a:pt x="812800" y="703202"/>
                    </a:moveTo>
                    <a:lnTo>
                      <a:pt x="406400" y="0"/>
                    </a:lnTo>
                    <a:lnTo>
                      <a:pt x="406400" y="203200"/>
                    </a:lnTo>
                    <a:lnTo>
                      <a:pt x="0" y="203200"/>
                    </a:lnTo>
                    <a:lnTo>
                      <a:pt x="0" y="1203204"/>
                    </a:lnTo>
                    <a:lnTo>
                      <a:pt x="406400" y="1203204"/>
                    </a:lnTo>
                    <a:lnTo>
                      <a:pt x="406400" y="1406404"/>
                    </a:lnTo>
                    <a:lnTo>
                      <a:pt x="812800" y="703202"/>
                    </a:lnTo>
                    <a:close/>
                  </a:path>
                </a:pathLst>
              </a:custGeom>
              <a:gradFill rotWithShape="1">
                <a:gsLst>
                  <a:gs pos="0">
                    <a:srgbClr val="CDFFD8">
                      <a:alpha val="100000"/>
                    </a:srgbClr>
                  </a:gs>
                  <a:gs pos="100000">
                    <a:srgbClr val="94B9FF">
                      <a:alpha val="100000"/>
                    </a:srgbClr>
                  </a:gs>
                </a:gsLst>
                <a:lin ang="0"/>
              </a:gradFill>
            </p:spPr>
          </p:sp>
          <p:sp>
            <p:nvSpPr>
              <p:cNvPr id="26" name="TextBox 26"/>
              <p:cNvSpPr txBox="1"/>
              <p:nvPr/>
            </p:nvSpPr>
            <p:spPr>
              <a:xfrm>
                <a:off x="0" y="146050"/>
                <a:ext cx="711200" cy="1057154"/>
              </a:xfrm>
              <a:prstGeom prst="rect">
                <a:avLst/>
              </a:prstGeom>
            </p:spPr>
            <p:txBody>
              <a:bodyPr lIns="50800" tIns="50800" rIns="50800" bIns="50800" rtlCol="0" anchor="ctr"/>
              <a:lstStyle/>
              <a:p>
                <a:pPr algn="ctr">
                  <a:lnSpc>
                    <a:spcPts val="2486"/>
                  </a:lnSpc>
                </a:pPr>
                <a:endParaRPr/>
              </a:p>
            </p:txBody>
          </p:sp>
        </p:grpSp>
        <p:grpSp>
          <p:nvGrpSpPr>
            <p:cNvPr id="27" name="Group 27"/>
            <p:cNvGrpSpPr/>
            <p:nvPr/>
          </p:nvGrpSpPr>
          <p:grpSpPr>
            <a:xfrm>
              <a:off x="1758123" y="3007515"/>
              <a:ext cx="3516247" cy="2637185"/>
              <a:chOff x="0" y="0"/>
              <a:chExt cx="812800" cy="609600"/>
            </a:xfrm>
          </p:grpSpPr>
          <p:sp>
            <p:nvSpPr>
              <p:cNvPr id="28" name="Freeform 28"/>
              <p:cNvSpPr/>
              <p:nvPr/>
            </p:nvSpPr>
            <p:spPr>
              <a:xfrm>
                <a:off x="0" y="0"/>
                <a:ext cx="812800" cy="609600"/>
              </a:xfrm>
              <a:custGeom>
                <a:avLst/>
                <a:gdLst/>
                <a:ahLst/>
                <a:cxnLst/>
                <a:rect l="l" t="t" r="r" b="b"/>
                <a:pathLst>
                  <a:path w="812800" h="609600">
                    <a:moveTo>
                      <a:pt x="609600" y="0"/>
                    </a:moveTo>
                    <a:lnTo>
                      <a:pt x="0" y="0"/>
                    </a:lnTo>
                    <a:lnTo>
                      <a:pt x="203200" y="609600"/>
                    </a:lnTo>
                    <a:lnTo>
                      <a:pt x="812800" y="609600"/>
                    </a:lnTo>
                    <a:lnTo>
                      <a:pt x="609600" y="0"/>
                    </a:lnTo>
                    <a:close/>
                  </a:path>
                </a:pathLst>
              </a:custGeom>
              <a:solidFill>
                <a:srgbClr val="144D5F"/>
              </a:solidFill>
            </p:spPr>
          </p:sp>
          <p:sp>
            <p:nvSpPr>
              <p:cNvPr id="29" name="TextBox 29"/>
              <p:cNvSpPr txBox="1"/>
              <p:nvPr/>
            </p:nvSpPr>
            <p:spPr>
              <a:xfrm>
                <a:off x="101600" y="-57150"/>
                <a:ext cx="609600" cy="666750"/>
              </a:xfrm>
              <a:prstGeom prst="rect">
                <a:avLst/>
              </a:prstGeom>
            </p:spPr>
            <p:txBody>
              <a:bodyPr lIns="50800" tIns="50800" rIns="50800" bIns="50800" rtlCol="0" anchor="ctr"/>
              <a:lstStyle/>
              <a:p>
                <a:pPr algn="ctr">
                  <a:lnSpc>
                    <a:spcPts val="2486"/>
                  </a:lnSpc>
                </a:pPr>
                <a:endParaRPr/>
              </a:p>
            </p:txBody>
          </p:sp>
        </p:grpSp>
        <p:grpSp>
          <p:nvGrpSpPr>
            <p:cNvPr id="30" name="Group 30"/>
            <p:cNvGrpSpPr/>
            <p:nvPr/>
          </p:nvGrpSpPr>
          <p:grpSpPr>
            <a:xfrm>
              <a:off x="435526" y="4326107"/>
              <a:ext cx="7183009" cy="1758123"/>
              <a:chOff x="0" y="0"/>
              <a:chExt cx="1660392" cy="406400"/>
            </a:xfrm>
          </p:grpSpPr>
          <p:sp>
            <p:nvSpPr>
              <p:cNvPr id="31" name="Freeform 31"/>
              <p:cNvSpPr/>
              <p:nvPr/>
            </p:nvSpPr>
            <p:spPr>
              <a:xfrm>
                <a:off x="0" y="0"/>
                <a:ext cx="1660392" cy="406400"/>
              </a:xfrm>
              <a:custGeom>
                <a:avLst/>
                <a:gdLst/>
                <a:ahLst/>
                <a:cxnLst/>
                <a:rect l="l" t="t" r="r" b="b"/>
                <a:pathLst>
                  <a:path w="1660392" h="406400">
                    <a:moveTo>
                      <a:pt x="1457192" y="0"/>
                    </a:moveTo>
                    <a:cubicBezTo>
                      <a:pt x="1569417" y="0"/>
                      <a:pt x="1660392" y="90976"/>
                      <a:pt x="1660392" y="203200"/>
                    </a:cubicBezTo>
                    <a:cubicBezTo>
                      <a:pt x="1660392" y="315424"/>
                      <a:pt x="1569417" y="406400"/>
                      <a:pt x="1457192" y="406400"/>
                    </a:cubicBezTo>
                    <a:lnTo>
                      <a:pt x="203200" y="406400"/>
                    </a:lnTo>
                    <a:cubicBezTo>
                      <a:pt x="90976" y="406400"/>
                      <a:pt x="0" y="315424"/>
                      <a:pt x="0" y="203200"/>
                    </a:cubicBezTo>
                    <a:cubicBezTo>
                      <a:pt x="0" y="90976"/>
                      <a:pt x="90976" y="0"/>
                      <a:pt x="203200" y="0"/>
                    </a:cubicBezTo>
                    <a:close/>
                  </a:path>
                </a:pathLst>
              </a:custGeom>
              <a:solidFill>
                <a:srgbClr val="46A0B1"/>
              </a:solidFill>
            </p:spPr>
          </p:sp>
          <p:sp>
            <p:nvSpPr>
              <p:cNvPr id="32" name="TextBox 32"/>
              <p:cNvSpPr txBox="1"/>
              <p:nvPr/>
            </p:nvSpPr>
            <p:spPr>
              <a:xfrm>
                <a:off x="0" y="-57150"/>
                <a:ext cx="1660392" cy="463550"/>
              </a:xfrm>
              <a:prstGeom prst="rect">
                <a:avLst/>
              </a:prstGeom>
            </p:spPr>
            <p:txBody>
              <a:bodyPr lIns="50800" tIns="50800" rIns="50800" bIns="50800" rtlCol="0" anchor="ctr"/>
              <a:lstStyle/>
              <a:p>
                <a:pPr algn="ctr">
                  <a:lnSpc>
                    <a:spcPts val="2486"/>
                  </a:lnSpc>
                </a:pPr>
                <a:endParaRPr/>
              </a:p>
            </p:txBody>
          </p:sp>
        </p:grpSp>
        <p:grpSp>
          <p:nvGrpSpPr>
            <p:cNvPr id="33" name="Group 33"/>
            <p:cNvGrpSpPr/>
            <p:nvPr/>
          </p:nvGrpSpPr>
          <p:grpSpPr>
            <a:xfrm>
              <a:off x="0" y="2929699"/>
              <a:ext cx="3516247" cy="3516247"/>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lnTo>
                      <a:pt x="0" y="406400"/>
                    </a:lnTo>
                    <a:lnTo>
                      <a:pt x="203200" y="406400"/>
                    </a:lnTo>
                    <a:lnTo>
                      <a:pt x="203200" y="812800"/>
                    </a:lnTo>
                    <a:lnTo>
                      <a:pt x="609600" y="812800"/>
                    </a:lnTo>
                    <a:lnTo>
                      <a:pt x="609600" y="406400"/>
                    </a:lnTo>
                    <a:lnTo>
                      <a:pt x="812800" y="406400"/>
                    </a:lnTo>
                    <a:lnTo>
                      <a:pt x="406400" y="0"/>
                    </a:lnTo>
                    <a:close/>
                  </a:path>
                </a:pathLst>
              </a:custGeom>
              <a:solidFill>
                <a:srgbClr val="46A0B1"/>
              </a:solidFill>
            </p:spPr>
          </p:sp>
          <p:sp>
            <p:nvSpPr>
              <p:cNvPr id="35" name="TextBox 35"/>
              <p:cNvSpPr txBox="1"/>
              <p:nvPr/>
            </p:nvSpPr>
            <p:spPr>
              <a:xfrm>
                <a:off x="203200" y="44450"/>
                <a:ext cx="406400" cy="768350"/>
              </a:xfrm>
              <a:prstGeom prst="rect">
                <a:avLst/>
              </a:prstGeom>
            </p:spPr>
            <p:txBody>
              <a:bodyPr lIns="50800" tIns="50800" rIns="50800" bIns="50800" rtlCol="0" anchor="ctr"/>
              <a:lstStyle/>
              <a:p>
                <a:pPr algn="ctr">
                  <a:lnSpc>
                    <a:spcPts val="2486"/>
                  </a:lnSpc>
                </a:pPr>
                <a:endParaRPr/>
              </a:p>
            </p:txBody>
          </p:sp>
        </p:grpSp>
        <p:grpSp>
          <p:nvGrpSpPr>
            <p:cNvPr id="36" name="Group 36"/>
            <p:cNvGrpSpPr/>
            <p:nvPr/>
          </p:nvGrpSpPr>
          <p:grpSpPr>
            <a:xfrm rot="-729709">
              <a:off x="3337933" y="1236507"/>
              <a:ext cx="3066014" cy="4599021"/>
              <a:chOff x="0" y="0"/>
              <a:chExt cx="406400" cy="609600"/>
            </a:xfrm>
          </p:grpSpPr>
          <p:sp>
            <p:nvSpPr>
              <p:cNvPr id="37" name="Freeform 37"/>
              <p:cNvSpPr/>
              <p:nvPr/>
            </p:nvSpPr>
            <p:spPr>
              <a:xfrm>
                <a:off x="0" y="0"/>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gradFill rotWithShape="1">
                <a:gsLst>
                  <a:gs pos="0">
                    <a:srgbClr val="CDFFD8">
                      <a:alpha val="60000"/>
                    </a:srgbClr>
                  </a:gs>
                  <a:gs pos="100000">
                    <a:srgbClr val="94B9FF">
                      <a:alpha val="60000"/>
                    </a:srgbClr>
                  </a:gs>
                </a:gsLst>
                <a:lin ang="0"/>
              </a:gradFill>
            </p:spPr>
          </p:sp>
          <p:sp>
            <p:nvSpPr>
              <p:cNvPr id="38" name="TextBox 38"/>
              <p:cNvSpPr txBox="1"/>
              <p:nvPr/>
            </p:nvSpPr>
            <p:spPr>
              <a:xfrm>
                <a:off x="101600" y="-57150"/>
                <a:ext cx="203200" cy="666750"/>
              </a:xfrm>
              <a:prstGeom prst="rect">
                <a:avLst/>
              </a:prstGeom>
            </p:spPr>
            <p:txBody>
              <a:bodyPr lIns="50800" tIns="50800" rIns="50800" bIns="50800" rtlCol="0" anchor="ctr"/>
              <a:lstStyle/>
              <a:p>
                <a:pPr algn="ctr">
                  <a:lnSpc>
                    <a:spcPts val="2486"/>
                  </a:lnSpc>
                </a:pPr>
                <a:endParaRPr/>
              </a:p>
            </p:txBody>
          </p:sp>
        </p:grpSp>
      </p:grpSp>
      <p:sp>
        <p:nvSpPr>
          <p:cNvPr id="39" name="Freeform 39"/>
          <p:cNvSpPr/>
          <p:nvPr/>
        </p:nvSpPr>
        <p:spPr>
          <a:xfrm>
            <a:off x="15245913" y="9258300"/>
            <a:ext cx="2595326" cy="648832"/>
          </a:xfrm>
          <a:custGeom>
            <a:avLst/>
            <a:gdLst/>
            <a:ahLst/>
            <a:cxnLst/>
            <a:rect l="l" t="t" r="r" b="b"/>
            <a:pathLst>
              <a:path w="2595326" h="648832">
                <a:moveTo>
                  <a:pt x="0" y="0"/>
                </a:moveTo>
                <a:lnTo>
                  <a:pt x="2595326" y="0"/>
                </a:lnTo>
                <a:lnTo>
                  <a:pt x="2595326" y="648832"/>
                </a:lnTo>
                <a:lnTo>
                  <a:pt x="0" y="648832"/>
                </a:lnTo>
                <a:lnTo>
                  <a:pt x="0" y="0"/>
                </a:lnTo>
                <a:close/>
              </a:path>
            </a:pathLst>
          </a:custGeom>
          <a:blipFill>
            <a:blip r:embed="rId6"/>
            <a:stretch>
              <a:fillRect/>
            </a:stretch>
          </a:blipFill>
        </p:spPr>
      </p:sp>
      <p:sp>
        <p:nvSpPr>
          <p:cNvPr id="40" name="TextBox 40"/>
          <p:cNvSpPr txBox="1"/>
          <p:nvPr/>
        </p:nvSpPr>
        <p:spPr>
          <a:xfrm>
            <a:off x="1028700" y="2103047"/>
            <a:ext cx="8428143" cy="971550"/>
          </a:xfrm>
          <a:prstGeom prst="rect">
            <a:avLst/>
          </a:prstGeom>
        </p:spPr>
        <p:txBody>
          <a:bodyPr lIns="0" tIns="0" rIns="0" bIns="0" rtlCol="0" anchor="t">
            <a:spAutoFit/>
          </a:bodyPr>
          <a:lstStyle/>
          <a:p>
            <a:pPr algn="l">
              <a:lnSpc>
                <a:spcPts val="7349"/>
              </a:lnSpc>
            </a:pPr>
            <a:r>
              <a:rPr lang="en-US" sz="6999" spc="139">
                <a:solidFill>
                  <a:srgbClr val="FEFEFF"/>
                </a:solidFill>
                <a:latin typeface="Norwester"/>
                <a:ea typeface="Norwester"/>
                <a:cs typeface="Norwester"/>
                <a:sym typeface="Norwester"/>
              </a:rPr>
              <a:t>MENJADI UI DESIGNER</a:t>
            </a:r>
          </a:p>
        </p:txBody>
      </p:sp>
      <p:sp>
        <p:nvSpPr>
          <p:cNvPr id="41" name="TextBox 41"/>
          <p:cNvSpPr txBox="1"/>
          <p:nvPr/>
        </p:nvSpPr>
        <p:spPr>
          <a:xfrm>
            <a:off x="1028700" y="1428495"/>
            <a:ext cx="4346228" cy="417377"/>
          </a:xfrm>
          <a:prstGeom prst="rect">
            <a:avLst/>
          </a:prstGeom>
        </p:spPr>
        <p:txBody>
          <a:bodyPr lIns="0" tIns="0" rIns="0" bIns="0" rtlCol="0" anchor="t">
            <a:spAutoFit/>
          </a:bodyPr>
          <a:lstStyle/>
          <a:p>
            <a:pPr algn="l">
              <a:lnSpc>
                <a:spcPts val="3442"/>
              </a:lnSpc>
              <a:spcBef>
                <a:spcPct val="0"/>
              </a:spcBef>
            </a:pPr>
            <a:r>
              <a:rPr lang="en-US" sz="2295" b="1" spc="275">
                <a:solidFill>
                  <a:srgbClr val="FEFEFF"/>
                </a:solidFill>
                <a:latin typeface="Inter Semi-Bold"/>
                <a:ea typeface="Inter Semi-Bold"/>
                <a:cs typeface="Inter Semi-Bold"/>
                <a:sym typeface="Inter Semi-Bold"/>
              </a:rPr>
              <a:t>8 Langkah Cara Memulai </a:t>
            </a:r>
          </a:p>
        </p:txBody>
      </p:sp>
      <p:sp>
        <p:nvSpPr>
          <p:cNvPr id="42" name="TextBox 42"/>
          <p:cNvSpPr txBox="1"/>
          <p:nvPr/>
        </p:nvSpPr>
        <p:spPr>
          <a:xfrm>
            <a:off x="1028700" y="3179372"/>
            <a:ext cx="6307184" cy="407852"/>
          </a:xfrm>
          <a:prstGeom prst="rect">
            <a:avLst/>
          </a:prstGeom>
        </p:spPr>
        <p:txBody>
          <a:bodyPr lIns="0" tIns="0" rIns="0" bIns="0" rtlCol="0" anchor="t">
            <a:spAutoFit/>
          </a:bodyPr>
          <a:lstStyle/>
          <a:p>
            <a:pPr marL="495541" lvl="1" indent="-247770" algn="l">
              <a:lnSpc>
                <a:spcPts val="3442"/>
              </a:lnSpc>
              <a:spcBef>
                <a:spcPct val="0"/>
              </a:spcBef>
              <a:buAutoNum type="arabicPeriod"/>
            </a:pPr>
            <a:r>
              <a:rPr lang="en-US" sz="2295" b="1" spc="275">
                <a:solidFill>
                  <a:srgbClr val="FEFEFF"/>
                </a:solidFill>
                <a:latin typeface="Inter Bold"/>
                <a:ea typeface="Inter Bold"/>
                <a:cs typeface="Inter Bold"/>
                <a:sym typeface="Inter Bold"/>
              </a:rPr>
              <a:t>Pelajari Prinsip Dasar UI Design</a:t>
            </a:r>
          </a:p>
        </p:txBody>
      </p:sp>
      <p:sp>
        <p:nvSpPr>
          <p:cNvPr id="43" name="TextBox 43"/>
          <p:cNvSpPr txBox="1"/>
          <p:nvPr/>
        </p:nvSpPr>
        <p:spPr>
          <a:xfrm>
            <a:off x="1563208" y="3691999"/>
            <a:ext cx="13881496" cy="3408227"/>
          </a:xfrm>
          <a:prstGeom prst="rect">
            <a:avLst/>
          </a:prstGeom>
        </p:spPr>
        <p:txBody>
          <a:bodyPr lIns="0" tIns="0" rIns="0" bIns="0" rtlCol="0" anchor="t">
            <a:spAutoFit/>
          </a:bodyPr>
          <a:lstStyle/>
          <a:p>
            <a:pPr marL="495541" lvl="1" indent="-247770" algn="l">
              <a:lnSpc>
                <a:spcPts val="3442"/>
              </a:lnSpc>
              <a:buFont typeface="Arial"/>
              <a:buChar char="•"/>
            </a:pPr>
            <a:r>
              <a:rPr lang="en-US" sz="2295" spc="275">
                <a:solidFill>
                  <a:srgbClr val="FEFEFF"/>
                </a:solidFill>
                <a:latin typeface="Inter"/>
                <a:ea typeface="Inter"/>
                <a:cs typeface="Inter"/>
                <a:sym typeface="Inter"/>
              </a:rPr>
              <a:t>Ada beberapa prinsip dari UI design yang perlu diketahui. Pertama adalah warna. Pelajari dasar-dasar warna dan psikologi warna. </a:t>
            </a:r>
          </a:p>
          <a:p>
            <a:pPr marL="495541" lvl="1" indent="-247770" algn="l">
              <a:lnSpc>
                <a:spcPts val="3442"/>
              </a:lnSpc>
              <a:buFont typeface="Arial"/>
              <a:buChar char="•"/>
            </a:pPr>
            <a:r>
              <a:rPr lang="en-US" sz="2295" spc="275">
                <a:solidFill>
                  <a:srgbClr val="FEFEFF"/>
                </a:solidFill>
                <a:latin typeface="Inter"/>
                <a:ea typeface="Inter"/>
                <a:cs typeface="Inter"/>
                <a:sym typeface="Inter"/>
              </a:rPr>
              <a:t>Setelah itu, prinsip lain yang harus diketahui adalah balance atau keseimbangan, contrast hingga typography.</a:t>
            </a:r>
          </a:p>
          <a:p>
            <a:pPr marL="495541" lvl="1" indent="-247770" algn="l">
              <a:lnSpc>
                <a:spcPts val="3442"/>
              </a:lnSpc>
              <a:buFont typeface="Arial"/>
              <a:buChar char="•"/>
            </a:pPr>
            <a:r>
              <a:rPr lang="en-US" sz="2295" spc="275">
                <a:solidFill>
                  <a:srgbClr val="FEFEFF"/>
                </a:solidFill>
                <a:latin typeface="Inter"/>
                <a:ea typeface="Inter"/>
                <a:cs typeface="Inter"/>
                <a:sym typeface="Inter"/>
              </a:rPr>
              <a:t>Seorang UI designer harus mampu membuat desain yang seimbang dengan memperhatikan kontras dan tentunya memilih font huruf yang mudah dibaca. </a:t>
            </a:r>
          </a:p>
          <a:p>
            <a:pPr marL="495541" lvl="1" indent="-247770" algn="l">
              <a:lnSpc>
                <a:spcPts val="3442"/>
              </a:lnSpc>
              <a:buFont typeface="Arial"/>
              <a:buChar char="•"/>
            </a:pPr>
            <a:r>
              <a:rPr lang="en-US" sz="2295" spc="275">
                <a:solidFill>
                  <a:srgbClr val="FEFEFF"/>
                </a:solidFill>
                <a:latin typeface="Inter"/>
                <a:ea typeface="Inter"/>
                <a:cs typeface="Inter"/>
                <a:sym typeface="Inter"/>
              </a:rPr>
              <a:t>Terakhir adalah konsisten. Prinsip ini paling penting karena dengan konsisten kamu bisa menciptakan desain yang lebih baik.</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2940"/>
        </a:solidFill>
        <a:effectLst/>
      </p:bgPr>
    </p:bg>
    <p:spTree>
      <p:nvGrpSpPr>
        <p:cNvPr id="1" name=""/>
        <p:cNvGrpSpPr/>
        <p:nvPr/>
      </p:nvGrpSpPr>
      <p:grpSpPr>
        <a:xfrm>
          <a:off x="0" y="0"/>
          <a:ext cx="0" cy="0"/>
          <a:chOff x="0" y="0"/>
          <a:chExt cx="0" cy="0"/>
        </a:xfrm>
      </p:grpSpPr>
      <p:sp>
        <p:nvSpPr>
          <p:cNvPr id="2" name="Freeform 2"/>
          <p:cNvSpPr/>
          <p:nvPr/>
        </p:nvSpPr>
        <p:spPr>
          <a:xfrm>
            <a:off x="9525"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15000"/>
            </a:blip>
            <a:stretch>
              <a:fillRect/>
            </a:stretch>
          </a:blipFill>
        </p:spPr>
      </p:sp>
      <p:grpSp>
        <p:nvGrpSpPr>
          <p:cNvPr id="3" name="Group 3"/>
          <p:cNvGrpSpPr/>
          <p:nvPr/>
        </p:nvGrpSpPr>
        <p:grpSpPr>
          <a:xfrm>
            <a:off x="7510084" y="732996"/>
            <a:ext cx="3267833" cy="591408"/>
            <a:chOff x="0" y="0"/>
            <a:chExt cx="4357110" cy="788544"/>
          </a:xfrm>
        </p:grpSpPr>
        <p:sp>
          <p:nvSpPr>
            <p:cNvPr id="4" name="Freeform 4"/>
            <p:cNvSpPr/>
            <p:nvPr/>
          </p:nvSpPr>
          <p:spPr>
            <a:xfrm>
              <a:off x="0" y="0"/>
              <a:ext cx="732988" cy="732988"/>
            </a:xfrm>
            <a:custGeom>
              <a:avLst/>
              <a:gdLst/>
              <a:ahLst/>
              <a:cxnLst/>
              <a:rect l="l" t="t" r="r" b="b"/>
              <a:pathLst>
                <a:path w="732988" h="732988">
                  <a:moveTo>
                    <a:pt x="0" y="0"/>
                  </a:moveTo>
                  <a:lnTo>
                    <a:pt x="732988" y="0"/>
                  </a:lnTo>
                  <a:lnTo>
                    <a:pt x="732988" y="732988"/>
                  </a:lnTo>
                  <a:lnTo>
                    <a:pt x="0" y="732988"/>
                  </a:lnTo>
                  <a:lnTo>
                    <a:pt x="0" y="0"/>
                  </a:lnTo>
                  <a:close/>
                </a:path>
              </a:pathLst>
            </a:custGeom>
            <a:blipFill>
              <a:blip r:embed="rId3"/>
              <a:stretch>
                <a:fillRect/>
              </a:stretch>
            </a:blipFill>
          </p:spPr>
        </p:sp>
        <p:sp>
          <p:nvSpPr>
            <p:cNvPr id="5" name="Freeform 5"/>
            <p:cNvSpPr/>
            <p:nvPr/>
          </p:nvSpPr>
          <p:spPr>
            <a:xfrm>
              <a:off x="935429" y="0"/>
              <a:ext cx="732988" cy="732988"/>
            </a:xfrm>
            <a:custGeom>
              <a:avLst/>
              <a:gdLst/>
              <a:ahLst/>
              <a:cxnLst/>
              <a:rect l="l" t="t" r="r" b="b"/>
              <a:pathLst>
                <a:path w="732988" h="732988">
                  <a:moveTo>
                    <a:pt x="0" y="0"/>
                  </a:moveTo>
                  <a:lnTo>
                    <a:pt x="732988" y="0"/>
                  </a:lnTo>
                  <a:lnTo>
                    <a:pt x="732988" y="732988"/>
                  </a:lnTo>
                  <a:lnTo>
                    <a:pt x="0" y="732988"/>
                  </a:lnTo>
                  <a:lnTo>
                    <a:pt x="0" y="0"/>
                  </a:lnTo>
                  <a:close/>
                </a:path>
              </a:pathLst>
            </a:custGeom>
            <a:blipFill>
              <a:blip r:embed="rId4"/>
              <a:stretch>
                <a:fillRect/>
              </a:stretch>
            </a:blipFill>
          </p:spPr>
        </p:sp>
        <p:sp>
          <p:nvSpPr>
            <p:cNvPr id="6" name="Freeform 6"/>
            <p:cNvSpPr/>
            <p:nvPr/>
          </p:nvSpPr>
          <p:spPr>
            <a:xfrm>
              <a:off x="1872405" y="55556"/>
              <a:ext cx="2484706" cy="732988"/>
            </a:xfrm>
            <a:custGeom>
              <a:avLst/>
              <a:gdLst/>
              <a:ahLst/>
              <a:cxnLst/>
              <a:rect l="l" t="t" r="r" b="b"/>
              <a:pathLst>
                <a:path w="2484706" h="732988">
                  <a:moveTo>
                    <a:pt x="0" y="0"/>
                  </a:moveTo>
                  <a:lnTo>
                    <a:pt x="2484705" y="0"/>
                  </a:lnTo>
                  <a:lnTo>
                    <a:pt x="2484705" y="732988"/>
                  </a:lnTo>
                  <a:lnTo>
                    <a:pt x="0" y="732988"/>
                  </a:lnTo>
                  <a:lnTo>
                    <a:pt x="0" y="0"/>
                  </a:lnTo>
                  <a:close/>
                </a:path>
              </a:pathLst>
            </a:custGeom>
            <a:blipFill>
              <a:blip r:embed="rId5"/>
              <a:stretch>
                <a:fillRect/>
              </a:stretch>
            </a:blipFill>
          </p:spPr>
        </p:sp>
      </p:grpSp>
      <p:grpSp>
        <p:nvGrpSpPr>
          <p:cNvPr id="7" name="Group 7"/>
          <p:cNvGrpSpPr/>
          <p:nvPr/>
        </p:nvGrpSpPr>
        <p:grpSpPr>
          <a:xfrm>
            <a:off x="13819395" y="-1307921"/>
            <a:ext cx="7040355" cy="6307586"/>
            <a:chOff x="0" y="0"/>
            <a:chExt cx="9387141" cy="8410115"/>
          </a:xfrm>
        </p:grpSpPr>
        <p:grpSp>
          <p:nvGrpSpPr>
            <p:cNvPr id="8" name="Group 8"/>
            <p:cNvGrpSpPr/>
            <p:nvPr/>
          </p:nvGrpSpPr>
          <p:grpSpPr>
            <a:xfrm>
              <a:off x="4693570" y="0"/>
              <a:ext cx="4693570" cy="8410115"/>
              <a:chOff x="0" y="0"/>
              <a:chExt cx="948267" cy="1699140"/>
            </a:xfrm>
          </p:grpSpPr>
          <p:sp>
            <p:nvSpPr>
              <p:cNvPr id="9" name="Freeform 9"/>
              <p:cNvSpPr/>
              <p:nvPr/>
            </p:nvSpPr>
            <p:spPr>
              <a:xfrm>
                <a:off x="0" y="0"/>
                <a:ext cx="948267" cy="1699140"/>
              </a:xfrm>
              <a:custGeom>
                <a:avLst/>
                <a:gdLst/>
                <a:ahLst/>
                <a:cxnLst/>
                <a:rect l="l" t="t" r="r" b="b"/>
                <a:pathLst>
                  <a:path w="948267" h="1699140">
                    <a:moveTo>
                      <a:pt x="0" y="849570"/>
                    </a:moveTo>
                    <a:lnTo>
                      <a:pt x="406400" y="0"/>
                    </a:lnTo>
                    <a:lnTo>
                      <a:pt x="406400" y="203200"/>
                    </a:lnTo>
                    <a:lnTo>
                      <a:pt x="948267" y="203200"/>
                    </a:lnTo>
                    <a:lnTo>
                      <a:pt x="948267" y="1495940"/>
                    </a:lnTo>
                    <a:lnTo>
                      <a:pt x="406400" y="1495940"/>
                    </a:lnTo>
                    <a:lnTo>
                      <a:pt x="406400" y="1699140"/>
                    </a:lnTo>
                    <a:lnTo>
                      <a:pt x="0" y="849570"/>
                    </a:lnTo>
                    <a:close/>
                  </a:path>
                </a:pathLst>
              </a:custGeom>
              <a:gradFill rotWithShape="1">
                <a:gsLst>
                  <a:gs pos="0">
                    <a:srgbClr val="CDFFD8">
                      <a:alpha val="100000"/>
                    </a:srgbClr>
                  </a:gs>
                  <a:gs pos="100000">
                    <a:srgbClr val="94B9FF">
                      <a:alpha val="100000"/>
                    </a:srgbClr>
                  </a:gs>
                </a:gsLst>
                <a:lin ang="0"/>
              </a:gradFill>
            </p:spPr>
          </p:sp>
          <p:sp>
            <p:nvSpPr>
              <p:cNvPr id="10" name="TextBox 10"/>
              <p:cNvSpPr txBox="1"/>
              <p:nvPr/>
            </p:nvSpPr>
            <p:spPr>
              <a:xfrm>
                <a:off x="101600" y="146050"/>
                <a:ext cx="846667" cy="1349890"/>
              </a:xfrm>
              <a:prstGeom prst="rect">
                <a:avLst/>
              </a:prstGeom>
            </p:spPr>
            <p:txBody>
              <a:bodyPr lIns="50800" tIns="50800" rIns="50800" bIns="50800" rtlCol="0" anchor="ctr"/>
              <a:lstStyle/>
              <a:p>
                <a:pPr algn="ctr">
                  <a:lnSpc>
                    <a:spcPts val="2486"/>
                  </a:lnSpc>
                </a:pPr>
                <a:endParaRPr/>
              </a:p>
            </p:txBody>
          </p:sp>
        </p:grpSp>
        <p:grpSp>
          <p:nvGrpSpPr>
            <p:cNvPr id="11" name="Group 11"/>
            <p:cNvGrpSpPr/>
            <p:nvPr/>
          </p:nvGrpSpPr>
          <p:grpSpPr>
            <a:xfrm>
              <a:off x="2682040" y="2390174"/>
              <a:ext cx="4023060" cy="1814884"/>
              <a:chOff x="0" y="0"/>
              <a:chExt cx="812800" cy="366671"/>
            </a:xfrm>
          </p:grpSpPr>
          <p:sp>
            <p:nvSpPr>
              <p:cNvPr id="12" name="Freeform 12"/>
              <p:cNvSpPr/>
              <p:nvPr/>
            </p:nvSpPr>
            <p:spPr>
              <a:xfrm>
                <a:off x="0" y="0"/>
                <a:ext cx="812800" cy="366671"/>
              </a:xfrm>
              <a:custGeom>
                <a:avLst/>
                <a:gdLst/>
                <a:ahLst/>
                <a:cxnLst/>
                <a:rect l="l" t="t" r="r" b="b"/>
                <a:pathLst>
                  <a:path w="812800" h="366671">
                    <a:moveTo>
                      <a:pt x="609600" y="0"/>
                    </a:moveTo>
                    <a:lnTo>
                      <a:pt x="0" y="0"/>
                    </a:lnTo>
                    <a:lnTo>
                      <a:pt x="203200" y="366671"/>
                    </a:lnTo>
                    <a:lnTo>
                      <a:pt x="812800" y="366671"/>
                    </a:lnTo>
                    <a:lnTo>
                      <a:pt x="609600" y="0"/>
                    </a:lnTo>
                    <a:close/>
                  </a:path>
                </a:pathLst>
              </a:custGeom>
              <a:solidFill>
                <a:srgbClr val="144D5F"/>
              </a:solidFill>
            </p:spPr>
          </p:sp>
          <p:sp>
            <p:nvSpPr>
              <p:cNvPr id="13" name="TextBox 13"/>
              <p:cNvSpPr txBox="1"/>
              <p:nvPr/>
            </p:nvSpPr>
            <p:spPr>
              <a:xfrm>
                <a:off x="101600" y="-57150"/>
                <a:ext cx="609600" cy="423821"/>
              </a:xfrm>
              <a:prstGeom prst="rect">
                <a:avLst/>
              </a:prstGeom>
            </p:spPr>
            <p:txBody>
              <a:bodyPr lIns="50800" tIns="50800" rIns="50800" bIns="50800" rtlCol="0" anchor="ctr"/>
              <a:lstStyle/>
              <a:p>
                <a:pPr algn="ctr">
                  <a:lnSpc>
                    <a:spcPts val="2486"/>
                  </a:lnSpc>
                </a:pPr>
                <a:endParaRPr/>
              </a:p>
            </p:txBody>
          </p:sp>
        </p:grpSp>
        <p:grpSp>
          <p:nvGrpSpPr>
            <p:cNvPr id="14" name="Group 14"/>
            <p:cNvGrpSpPr/>
            <p:nvPr/>
          </p:nvGrpSpPr>
          <p:grpSpPr>
            <a:xfrm>
              <a:off x="0" y="500864"/>
              <a:ext cx="7716008" cy="2011530"/>
              <a:chOff x="0" y="0"/>
              <a:chExt cx="1558906" cy="406400"/>
            </a:xfrm>
          </p:grpSpPr>
          <p:sp>
            <p:nvSpPr>
              <p:cNvPr id="15" name="Freeform 15"/>
              <p:cNvSpPr/>
              <p:nvPr/>
            </p:nvSpPr>
            <p:spPr>
              <a:xfrm>
                <a:off x="0" y="0"/>
                <a:ext cx="1558906" cy="406400"/>
              </a:xfrm>
              <a:custGeom>
                <a:avLst/>
                <a:gdLst/>
                <a:ahLst/>
                <a:cxnLst/>
                <a:rect l="l" t="t" r="r" b="b"/>
                <a:pathLst>
                  <a:path w="1558906" h="406400">
                    <a:moveTo>
                      <a:pt x="1355706" y="0"/>
                    </a:moveTo>
                    <a:cubicBezTo>
                      <a:pt x="1467930" y="0"/>
                      <a:pt x="1558906" y="90976"/>
                      <a:pt x="1558906" y="203200"/>
                    </a:cubicBezTo>
                    <a:cubicBezTo>
                      <a:pt x="1558906" y="315424"/>
                      <a:pt x="1467930" y="406400"/>
                      <a:pt x="1355706" y="406400"/>
                    </a:cubicBezTo>
                    <a:lnTo>
                      <a:pt x="203200" y="406400"/>
                    </a:lnTo>
                    <a:cubicBezTo>
                      <a:pt x="90976" y="406400"/>
                      <a:pt x="0" y="315424"/>
                      <a:pt x="0" y="203200"/>
                    </a:cubicBezTo>
                    <a:cubicBezTo>
                      <a:pt x="0" y="90976"/>
                      <a:pt x="90976" y="0"/>
                      <a:pt x="203200" y="0"/>
                    </a:cubicBezTo>
                    <a:close/>
                  </a:path>
                </a:pathLst>
              </a:custGeom>
              <a:solidFill>
                <a:srgbClr val="46A0B1"/>
              </a:solidFill>
            </p:spPr>
          </p:sp>
          <p:sp>
            <p:nvSpPr>
              <p:cNvPr id="16" name="TextBox 16"/>
              <p:cNvSpPr txBox="1"/>
              <p:nvPr/>
            </p:nvSpPr>
            <p:spPr>
              <a:xfrm>
                <a:off x="0" y="-57150"/>
                <a:ext cx="1558906" cy="463550"/>
              </a:xfrm>
              <a:prstGeom prst="rect">
                <a:avLst/>
              </a:prstGeom>
            </p:spPr>
            <p:txBody>
              <a:bodyPr lIns="50800" tIns="50800" rIns="50800" bIns="50800" rtlCol="0" anchor="ctr"/>
              <a:lstStyle/>
              <a:p>
                <a:pPr algn="ctr">
                  <a:lnSpc>
                    <a:spcPts val="2486"/>
                  </a:lnSpc>
                </a:pPr>
                <a:endParaRPr/>
              </a:p>
            </p:txBody>
          </p:sp>
        </p:grpSp>
        <p:grpSp>
          <p:nvGrpSpPr>
            <p:cNvPr id="17" name="Group 17"/>
            <p:cNvGrpSpPr/>
            <p:nvPr/>
          </p:nvGrpSpPr>
          <p:grpSpPr>
            <a:xfrm>
              <a:off x="4693570" y="181997"/>
              <a:ext cx="4023060" cy="4023060"/>
              <a:chOff x="0" y="0"/>
              <a:chExt cx="812800" cy="812800"/>
            </a:xfrm>
          </p:grpSpPr>
          <p:sp>
            <p:nvSpPr>
              <p:cNvPr id="18" name="Freeform 18"/>
              <p:cNvSpPr/>
              <p:nvPr/>
            </p:nvSpPr>
            <p:spPr>
              <a:xfrm>
                <a:off x="0" y="0"/>
                <a:ext cx="812800" cy="812800"/>
              </a:xfrm>
              <a:custGeom>
                <a:avLst/>
                <a:gdLst/>
                <a:ahLst/>
                <a:cxnLst/>
                <a:rect l="l" t="t" r="r" b="b"/>
                <a:pathLst>
                  <a:path w="812800" h="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46A0B1"/>
              </a:solidFill>
            </p:spPr>
          </p:sp>
          <p:sp>
            <p:nvSpPr>
              <p:cNvPr id="19" name="TextBox 19"/>
              <p:cNvSpPr txBox="1"/>
              <p:nvPr/>
            </p:nvSpPr>
            <p:spPr>
              <a:xfrm>
                <a:off x="203200" y="-57150"/>
                <a:ext cx="406400" cy="768350"/>
              </a:xfrm>
              <a:prstGeom prst="rect">
                <a:avLst/>
              </a:prstGeom>
            </p:spPr>
            <p:txBody>
              <a:bodyPr lIns="50800" tIns="50800" rIns="50800" bIns="50800" rtlCol="0" anchor="ctr"/>
              <a:lstStyle/>
              <a:p>
                <a:pPr algn="ctr">
                  <a:lnSpc>
                    <a:spcPts val="2486"/>
                  </a:lnSpc>
                </a:pPr>
                <a:endParaRPr/>
              </a:p>
            </p:txBody>
          </p:sp>
        </p:grpSp>
        <p:grpSp>
          <p:nvGrpSpPr>
            <p:cNvPr id="20" name="Group 20"/>
            <p:cNvGrpSpPr/>
            <p:nvPr/>
          </p:nvGrpSpPr>
          <p:grpSpPr>
            <a:xfrm rot="-421994">
              <a:off x="1547198" y="1087681"/>
              <a:ext cx="3507933" cy="5261900"/>
              <a:chOff x="0" y="0"/>
              <a:chExt cx="406400" cy="609600"/>
            </a:xfrm>
          </p:grpSpPr>
          <p:sp>
            <p:nvSpPr>
              <p:cNvPr id="21" name="Freeform 21"/>
              <p:cNvSpPr/>
              <p:nvPr/>
            </p:nvSpPr>
            <p:spPr>
              <a:xfrm>
                <a:off x="0" y="0"/>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gradFill rotWithShape="1">
                <a:gsLst>
                  <a:gs pos="0">
                    <a:srgbClr val="CDFFD8">
                      <a:alpha val="60000"/>
                    </a:srgbClr>
                  </a:gs>
                  <a:gs pos="100000">
                    <a:srgbClr val="94B9FF">
                      <a:alpha val="60000"/>
                    </a:srgbClr>
                  </a:gs>
                </a:gsLst>
                <a:lin ang="0"/>
              </a:gradFill>
            </p:spPr>
          </p:sp>
          <p:sp>
            <p:nvSpPr>
              <p:cNvPr id="22" name="TextBox 22"/>
              <p:cNvSpPr txBox="1"/>
              <p:nvPr/>
            </p:nvSpPr>
            <p:spPr>
              <a:xfrm>
                <a:off x="101600" y="-57150"/>
                <a:ext cx="203200" cy="666750"/>
              </a:xfrm>
              <a:prstGeom prst="rect">
                <a:avLst/>
              </a:prstGeom>
            </p:spPr>
            <p:txBody>
              <a:bodyPr lIns="50800" tIns="50800" rIns="50800" bIns="50800" rtlCol="0" anchor="ctr"/>
              <a:lstStyle/>
              <a:p>
                <a:pPr algn="ctr">
                  <a:lnSpc>
                    <a:spcPts val="2486"/>
                  </a:lnSpc>
                </a:pPr>
                <a:endParaRPr/>
              </a:p>
            </p:txBody>
          </p:sp>
        </p:grpSp>
      </p:grpSp>
      <p:grpSp>
        <p:nvGrpSpPr>
          <p:cNvPr id="23" name="Group 23"/>
          <p:cNvGrpSpPr/>
          <p:nvPr/>
        </p:nvGrpSpPr>
        <p:grpSpPr>
          <a:xfrm>
            <a:off x="-1705191" y="6469644"/>
            <a:ext cx="5713901" cy="4834459"/>
            <a:chOff x="0" y="0"/>
            <a:chExt cx="7618535" cy="6445946"/>
          </a:xfrm>
        </p:grpSpPr>
        <p:grpSp>
          <p:nvGrpSpPr>
            <p:cNvPr id="24" name="Group 24"/>
            <p:cNvGrpSpPr/>
            <p:nvPr/>
          </p:nvGrpSpPr>
          <p:grpSpPr>
            <a:xfrm>
              <a:off x="0" y="0"/>
              <a:ext cx="3516247" cy="6084231"/>
              <a:chOff x="0" y="0"/>
              <a:chExt cx="812800" cy="1406404"/>
            </a:xfrm>
          </p:grpSpPr>
          <p:sp>
            <p:nvSpPr>
              <p:cNvPr id="25" name="Freeform 25"/>
              <p:cNvSpPr/>
              <p:nvPr/>
            </p:nvSpPr>
            <p:spPr>
              <a:xfrm>
                <a:off x="0" y="0"/>
                <a:ext cx="812800" cy="1406404"/>
              </a:xfrm>
              <a:custGeom>
                <a:avLst/>
                <a:gdLst/>
                <a:ahLst/>
                <a:cxnLst/>
                <a:rect l="l" t="t" r="r" b="b"/>
                <a:pathLst>
                  <a:path w="812800" h="1406404">
                    <a:moveTo>
                      <a:pt x="812800" y="703202"/>
                    </a:moveTo>
                    <a:lnTo>
                      <a:pt x="406400" y="0"/>
                    </a:lnTo>
                    <a:lnTo>
                      <a:pt x="406400" y="203200"/>
                    </a:lnTo>
                    <a:lnTo>
                      <a:pt x="0" y="203200"/>
                    </a:lnTo>
                    <a:lnTo>
                      <a:pt x="0" y="1203204"/>
                    </a:lnTo>
                    <a:lnTo>
                      <a:pt x="406400" y="1203204"/>
                    </a:lnTo>
                    <a:lnTo>
                      <a:pt x="406400" y="1406404"/>
                    </a:lnTo>
                    <a:lnTo>
                      <a:pt x="812800" y="703202"/>
                    </a:lnTo>
                    <a:close/>
                  </a:path>
                </a:pathLst>
              </a:custGeom>
              <a:gradFill rotWithShape="1">
                <a:gsLst>
                  <a:gs pos="0">
                    <a:srgbClr val="CDFFD8">
                      <a:alpha val="100000"/>
                    </a:srgbClr>
                  </a:gs>
                  <a:gs pos="100000">
                    <a:srgbClr val="94B9FF">
                      <a:alpha val="100000"/>
                    </a:srgbClr>
                  </a:gs>
                </a:gsLst>
                <a:lin ang="0"/>
              </a:gradFill>
            </p:spPr>
          </p:sp>
          <p:sp>
            <p:nvSpPr>
              <p:cNvPr id="26" name="TextBox 26"/>
              <p:cNvSpPr txBox="1"/>
              <p:nvPr/>
            </p:nvSpPr>
            <p:spPr>
              <a:xfrm>
                <a:off x="0" y="146050"/>
                <a:ext cx="711200" cy="1057154"/>
              </a:xfrm>
              <a:prstGeom prst="rect">
                <a:avLst/>
              </a:prstGeom>
            </p:spPr>
            <p:txBody>
              <a:bodyPr lIns="50800" tIns="50800" rIns="50800" bIns="50800" rtlCol="0" anchor="ctr"/>
              <a:lstStyle/>
              <a:p>
                <a:pPr algn="ctr">
                  <a:lnSpc>
                    <a:spcPts val="2486"/>
                  </a:lnSpc>
                </a:pPr>
                <a:endParaRPr/>
              </a:p>
            </p:txBody>
          </p:sp>
        </p:grpSp>
        <p:grpSp>
          <p:nvGrpSpPr>
            <p:cNvPr id="27" name="Group 27"/>
            <p:cNvGrpSpPr/>
            <p:nvPr/>
          </p:nvGrpSpPr>
          <p:grpSpPr>
            <a:xfrm>
              <a:off x="1758123" y="3007515"/>
              <a:ext cx="3516247" cy="2637185"/>
              <a:chOff x="0" y="0"/>
              <a:chExt cx="812800" cy="609600"/>
            </a:xfrm>
          </p:grpSpPr>
          <p:sp>
            <p:nvSpPr>
              <p:cNvPr id="28" name="Freeform 28"/>
              <p:cNvSpPr/>
              <p:nvPr/>
            </p:nvSpPr>
            <p:spPr>
              <a:xfrm>
                <a:off x="0" y="0"/>
                <a:ext cx="812800" cy="609600"/>
              </a:xfrm>
              <a:custGeom>
                <a:avLst/>
                <a:gdLst/>
                <a:ahLst/>
                <a:cxnLst/>
                <a:rect l="l" t="t" r="r" b="b"/>
                <a:pathLst>
                  <a:path w="812800" h="609600">
                    <a:moveTo>
                      <a:pt x="609600" y="0"/>
                    </a:moveTo>
                    <a:lnTo>
                      <a:pt x="0" y="0"/>
                    </a:lnTo>
                    <a:lnTo>
                      <a:pt x="203200" y="609600"/>
                    </a:lnTo>
                    <a:lnTo>
                      <a:pt x="812800" y="609600"/>
                    </a:lnTo>
                    <a:lnTo>
                      <a:pt x="609600" y="0"/>
                    </a:lnTo>
                    <a:close/>
                  </a:path>
                </a:pathLst>
              </a:custGeom>
              <a:solidFill>
                <a:srgbClr val="144D5F"/>
              </a:solidFill>
            </p:spPr>
          </p:sp>
          <p:sp>
            <p:nvSpPr>
              <p:cNvPr id="29" name="TextBox 29"/>
              <p:cNvSpPr txBox="1"/>
              <p:nvPr/>
            </p:nvSpPr>
            <p:spPr>
              <a:xfrm>
                <a:off x="101600" y="-57150"/>
                <a:ext cx="609600" cy="666750"/>
              </a:xfrm>
              <a:prstGeom prst="rect">
                <a:avLst/>
              </a:prstGeom>
            </p:spPr>
            <p:txBody>
              <a:bodyPr lIns="50800" tIns="50800" rIns="50800" bIns="50800" rtlCol="0" anchor="ctr"/>
              <a:lstStyle/>
              <a:p>
                <a:pPr algn="ctr">
                  <a:lnSpc>
                    <a:spcPts val="2486"/>
                  </a:lnSpc>
                </a:pPr>
                <a:endParaRPr/>
              </a:p>
            </p:txBody>
          </p:sp>
        </p:grpSp>
        <p:grpSp>
          <p:nvGrpSpPr>
            <p:cNvPr id="30" name="Group 30"/>
            <p:cNvGrpSpPr/>
            <p:nvPr/>
          </p:nvGrpSpPr>
          <p:grpSpPr>
            <a:xfrm>
              <a:off x="435526" y="4326107"/>
              <a:ext cx="7183009" cy="1758123"/>
              <a:chOff x="0" y="0"/>
              <a:chExt cx="1660392" cy="406400"/>
            </a:xfrm>
          </p:grpSpPr>
          <p:sp>
            <p:nvSpPr>
              <p:cNvPr id="31" name="Freeform 31"/>
              <p:cNvSpPr/>
              <p:nvPr/>
            </p:nvSpPr>
            <p:spPr>
              <a:xfrm>
                <a:off x="0" y="0"/>
                <a:ext cx="1660392" cy="406400"/>
              </a:xfrm>
              <a:custGeom>
                <a:avLst/>
                <a:gdLst/>
                <a:ahLst/>
                <a:cxnLst/>
                <a:rect l="l" t="t" r="r" b="b"/>
                <a:pathLst>
                  <a:path w="1660392" h="406400">
                    <a:moveTo>
                      <a:pt x="1457192" y="0"/>
                    </a:moveTo>
                    <a:cubicBezTo>
                      <a:pt x="1569417" y="0"/>
                      <a:pt x="1660392" y="90976"/>
                      <a:pt x="1660392" y="203200"/>
                    </a:cubicBezTo>
                    <a:cubicBezTo>
                      <a:pt x="1660392" y="315424"/>
                      <a:pt x="1569417" y="406400"/>
                      <a:pt x="1457192" y="406400"/>
                    </a:cubicBezTo>
                    <a:lnTo>
                      <a:pt x="203200" y="406400"/>
                    </a:lnTo>
                    <a:cubicBezTo>
                      <a:pt x="90976" y="406400"/>
                      <a:pt x="0" y="315424"/>
                      <a:pt x="0" y="203200"/>
                    </a:cubicBezTo>
                    <a:cubicBezTo>
                      <a:pt x="0" y="90976"/>
                      <a:pt x="90976" y="0"/>
                      <a:pt x="203200" y="0"/>
                    </a:cubicBezTo>
                    <a:close/>
                  </a:path>
                </a:pathLst>
              </a:custGeom>
              <a:solidFill>
                <a:srgbClr val="46A0B1"/>
              </a:solidFill>
            </p:spPr>
          </p:sp>
          <p:sp>
            <p:nvSpPr>
              <p:cNvPr id="32" name="TextBox 32"/>
              <p:cNvSpPr txBox="1"/>
              <p:nvPr/>
            </p:nvSpPr>
            <p:spPr>
              <a:xfrm>
                <a:off x="0" y="-57150"/>
                <a:ext cx="1660392" cy="463550"/>
              </a:xfrm>
              <a:prstGeom prst="rect">
                <a:avLst/>
              </a:prstGeom>
            </p:spPr>
            <p:txBody>
              <a:bodyPr lIns="50800" tIns="50800" rIns="50800" bIns="50800" rtlCol="0" anchor="ctr"/>
              <a:lstStyle/>
              <a:p>
                <a:pPr algn="ctr">
                  <a:lnSpc>
                    <a:spcPts val="2486"/>
                  </a:lnSpc>
                </a:pPr>
                <a:endParaRPr/>
              </a:p>
            </p:txBody>
          </p:sp>
        </p:grpSp>
        <p:grpSp>
          <p:nvGrpSpPr>
            <p:cNvPr id="33" name="Group 33"/>
            <p:cNvGrpSpPr/>
            <p:nvPr/>
          </p:nvGrpSpPr>
          <p:grpSpPr>
            <a:xfrm>
              <a:off x="0" y="2929699"/>
              <a:ext cx="3516247" cy="3516247"/>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lnTo>
                      <a:pt x="0" y="406400"/>
                    </a:lnTo>
                    <a:lnTo>
                      <a:pt x="203200" y="406400"/>
                    </a:lnTo>
                    <a:lnTo>
                      <a:pt x="203200" y="812800"/>
                    </a:lnTo>
                    <a:lnTo>
                      <a:pt x="609600" y="812800"/>
                    </a:lnTo>
                    <a:lnTo>
                      <a:pt x="609600" y="406400"/>
                    </a:lnTo>
                    <a:lnTo>
                      <a:pt x="812800" y="406400"/>
                    </a:lnTo>
                    <a:lnTo>
                      <a:pt x="406400" y="0"/>
                    </a:lnTo>
                    <a:close/>
                  </a:path>
                </a:pathLst>
              </a:custGeom>
              <a:solidFill>
                <a:srgbClr val="46A0B1"/>
              </a:solidFill>
            </p:spPr>
          </p:sp>
          <p:sp>
            <p:nvSpPr>
              <p:cNvPr id="35" name="TextBox 35"/>
              <p:cNvSpPr txBox="1"/>
              <p:nvPr/>
            </p:nvSpPr>
            <p:spPr>
              <a:xfrm>
                <a:off x="203200" y="44450"/>
                <a:ext cx="406400" cy="768350"/>
              </a:xfrm>
              <a:prstGeom prst="rect">
                <a:avLst/>
              </a:prstGeom>
            </p:spPr>
            <p:txBody>
              <a:bodyPr lIns="50800" tIns="50800" rIns="50800" bIns="50800" rtlCol="0" anchor="ctr"/>
              <a:lstStyle/>
              <a:p>
                <a:pPr algn="ctr">
                  <a:lnSpc>
                    <a:spcPts val="2486"/>
                  </a:lnSpc>
                </a:pPr>
                <a:endParaRPr/>
              </a:p>
            </p:txBody>
          </p:sp>
        </p:grpSp>
        <p:grpSp>
          <p:nvGrpSpPr>
            <p:cNvPr id="36" name="Group 36"/>
            <p:cNvGrpSpPr/>
            <p:nvPr/>
          </p:nvGrpSpPr>
          <p:grpSpPr>
            <a:xfrm rot="-729709">
              <a:off x="3337933" y="1236507"/>
              <a:ext cx="3066014" cy="4599021"/>
              <a:chOff x="0" y="0"/>
              <a:chExt cx="406400" cy="609600"/>
            </a:xfrm>
          </p:grpSpPr>
          <p:sp>
            <p:nvSpPr>
              <p:cNvPr id="37" name="Freeform 37"/>
              <p:cNvSpPr/>
              <p:nvPr/>
            </p:nvSpPr>
            <p:spPr>
              <a:xfrm>
                <a:off x="0" y="0"/>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gradFill rotWithShape="1">
                <a:gsLst>
                  <a:gs pos="0">
                    <a:srgbClr val="CDFFD8">
                      <a:alpha val="60000"/>
                    </a:srgbClr>
                  </a:gs>
                  <a:gs pos="100000">
                    <a:srgbClr val="94B9FF">
                      <a:alpha val="60000"/>
                    </a:srgbClr>
                  </a:gs>
                </a:gsLst>
                <a:lin ang="0"/>
              </a:gradFill>
            </p:spPr>
          </p:sp>
          <p:sp>
            <p:nvSpPr>
              <p:cNvPr id="38" name="TextBox 38"/>
              <p:cNvSpPr txBox="1"/>
              <p:nvPr/>
            </p:nvSpPr>
            <p:spPr>
              <a:xfrm>
                <a:off x="101600" y="-57150"/>
                <a:ext cx="203200" cy="666750"/>
              </a:xfrm>
              <a:prstGeom prst="rect">
                <a:avLst/>
              </a:prstGeom>
            </p:spPr>
            <p:txBody>
              <a:bodyPr lIns="50800" tIns="50800" rIns="50800" bIns="50800" rtlCol="0" anchor="ctr"/>
              <a:lstStyle/>
              <a:p>
                <a:pPr algn="ctr">
                  <a:lnSpc>
                    <a:spcPts val="2486"/>
                  </a:lnSpc>
                </a:pPr>
                <a:endParaRPr/>
              </a:p>
            </p:txBody>
          </p:sp>
        </p:grpSp>
      </p:grpSp>
      <p:sp>
        <p:nvSpPr>
          <p:cNvPr id="39" name="Freeform 39"/>
          <p:cNvSpPr/>
          <p:nvPr/>
        </p:nvSpPr>
        <p:spPr>
          <a:xfrm>
            <a:off x="15245913" y="9258300"/>
            <a:ext cx="2595326" cy="648832"/>
          </a:xfrm>
          <a:custGeom>
            <a:avLst/>
            <a:gdLst/>
            <a:ahLst/>
            <a:cxnLst/>
            <a:rect l="l" t="t" r="r" b="b"/>
            <a:pathLst>
              <a:path w="2595326" h="648832">
                <a:moveTo>
                  <a:pt x="0" y="0"/>
                </a:moveTo>
                <a:lnTo>
                  <a:pt x="2595326" y="0"/>
                </a:lnTo>
                <a:lnTo>
                  <a:pt x="2595326" y="648832"/>
                </a:lnTo>
                <a:lnTo>
                  <a:pt x="0" y="648832"/>
                </a:lnTo>
                <a:lnTo>
                  <a:pt x="0" y="0"/>
                </a:lnTo>
                <a:close/>
              </a:path>
            </a:pathLst>
          </a:custGeom>
          <a:blipFill>
            <a:blip r:embed="rId6"/>
            <a:stretch>
              <a:fillRect/>
            </a:stretch>
          </a:blipFill>
        </p:spPr>
      </p:sp>
      <p:sp>
        <p:nvSpPr>
          <p:cNvPr id="40" name="TextBox 40"/>
          <p:cNvSpPr txBox="1"/>
          <p:nvPr/>
        </p:nvSpPr>
        <p:spPr>
          <a:xfrm>
            <a:off x="1028700" y="2103047"/>
            <a:ext cx="8428143" cy="971550"/>
          </a:xfrm>
          <a:prstGeom prst="rect">
            <a:avLst/>
          </a:prstGeom>
        </p:spPr>
        <p:txBody>
          <a:bodyPr lIns="0" tIns="0" rIns="0" bIns="0" rtlCol="0" anchor="t">
            <a:spAutoFit/>
          </a:bodyPr>
          <a:lstStyle/>
          <a:p>
            <a:pPr algn="l">
              <a:lnSpc>
                <a:spcPts val="7349"/>
              </a:lnSpc>
            </a:pPr>
            <a:r>
              <a:rPr lang="en-US" sz="6999" spc="139">
                <a:solidFill>
                  <a:srgbClr val="FEFEFF"/>
                </a:solidFill>
                <a:latin typeface="Norwester"/>
                <a:ea typeface="Norwester"/>
                <a:cs typeface="Norwester"/>
                <a:sym typeface="Norwester"/>
              </a:rPr>
              <a:t>MENJADI UI DESIGNER</a:t>
            </a:r>
          </a:p>
        </p:txBody>
      </p:sp>
      <p:sp>
        <p:nvSpPr>
          <p:cNvPr id="41" name="TextBox 41"/>
          <p:cNvSpPr txBox="1"/>
          <p:nvPr/>
        </p:nvSpPr>
        <p:spPr>
          <a:xfrm>
            <a:off x="1028700" y="1428495"/>
            <a:ext cx="4346228" cy="417377"/>
          </a:xfrm>
          <a:prstGeom prst="rect">
            <a:avLst/>
          </a:prstGeom>
        </p:spPr>
        <p:txBody>
          <a:bodyPr lIns="0" tIns="0" rIns="0" bIns="0" rtlCol="0" anchor="t">
            <a:spAutoFit/>
          </a:bodyPr>
          <a:lstStyle/>
          <a:p>
            <a:pPr algn="l">
              <a:lnSpc>
                <a:spcPts val="3442"/>
              </a:lnSpc>
              <a:spcBef>
                <a:spcPct val="0"/>
              </a:spcBef>
            </a:pPr>
            <a:r>
              <a:rPr lang="en-US" sz="2295" b="1" spc="275">
                <a:solidFill>
                  <a:srgbClr val="FEFEFF"/>
                </a:solidFill>
                <a:latin typeface="Inter Semi-Bold"/>
                <a:ea typeface="Inter Semi-Bold"/>
                <a:cs typeface="Inter Semi-Bold"/>
                <a:sym typeface="Inter Semi-Bold"/>
              </a:rPr>
              <a:t>8 Langkah Cara Memulai </a:t>
            </a:r>
          </a:p>
        </p:txBody>
      </p:sp>
      <p:sp>
        <p:nvSpPr>
          <p:cNvPr id="42" name="TextBox 42"/>
          <p:cNvSpPr txBox="1"/>
          <p:nvPr/>
        </p:nvSpPr>
        <p:spPr>
          <a:xfrm>
            <a:off x="1028700" y="3179372"/>
            <a:ext cx="11809477" cy="407852"/>
          </a:xfrm>
          <a:prstGeom prst="rect">
            <a:avLst/>
          </a:prstGeom>
        </p:spPr>
        <p:txBody>
          <a:bodyPr lIns="0" tIns="0" rIns="0" bIns="0" rtlCol="0" anchor="t">
            <a:spAutoFit/>
          </a:bodyPr>
          <a:lstStyle/>
          <a:p>
            <a:pPr algn="l">
              <a:lnSpc>
                <a:spcPts val="3442"/>
              </a:lnSpc>
              <a:spcBef>
                <a:spcPct val="0"/>
              </a:spcBef>
            </a:pPr>
            <a:r>
              <a:rPr lang="en-US" sz="2295" b="1" spc="275">
                <a:solidFill>
                  <a:srgbClr val="FEFEFF"/>
                </a:solidFill>
                <a:latin typeface="Inter Bold"/>
                <a:ea typeface="Inter Bold"/>
                <a:cs typeface="Inter Bold"/>
                <a:sym typeface="Inter Bold"/>
              </a:rPr>
              <a:t>2. Pelajari Software yang Dibutuhkan UI UX Designer</a:t>
            </a:r>
          </a:p>
        </p:txBody>
      </p:sp>
      <p:sp>
        <p:nvSpPr>
          <p:cNvPr id="43" name="TextBox 43"/>
          <p:cNvSpPr txBox="1"/>
          <p:nvPr/>
        </p:nvSpPr>
        <p:spPr>
          <a:xfrm>
            <a:off x="1458433" y="3691999"/>
            <a:ext cx="13881496" cy="4320413"/>
          </a:xfrm>
          <a:prstGeom prst="rect">
            <a:avLst/>
          </a:prstGeom>
        </p:spPr>
        <p:txBody>
          <a:bodyPr lIns="0" tIns="0" rIns="0" bIns="0" rtlCol="0" anchor="t">
            <a:spAutoFit/>
          </a:bodyPr>
          <a:lstStyle/>
          <a:p>
            <a:pPr algn="l">
              <a:lnSpc>
                <a:spcPts val="3442"/>
              </a:lnSpc>
            </a:pPr>
            <a:r>
              <a:rPr lang="en-US" sz="2295" spc="275" dirty="0" err="1">
                <a:solidFill>
                  <a:srgbClr val="FEFEFF"/>
                </a:solidFill>
                <a:latin typeface="Inter"/>
                <a:ea typeface="Inter"/>
                <a:cs typeface="Inter"/>
                <a:sym typeface="Inter"/>
              </a:rPr>
              <a:t>Selain</a:t>
            </a:r>
            <a:r>
              <a:rPr lang="en-US" sz="2295" spc="275" dirty="0">
                <a:solidFill>
                  <a:srgbClr val="FEFEFF"/>
                </a:solidFill>
                <a:latin typeface="Inter"/>
                <a:ea typeface="Inter"/>
                <a:cs typeface="Inter"/>
                <a:sym typeface="Inter"/>
              </a:rPr>
              <a:t> </a:t>
            </a:r>
            <a:r>
              <a:rPr lang="en-US" sz="2295" spc="275" dirty="0" err="1">
                <a:solidFill>
                  <a:srgbClr val="FEFEFF"/>
                </a:solidFill>
                <a:latin typeface="Inter"/>
                <a:ea typeface="Inter"/>
                <a:cs typeface="Inter"/>
                <a:sym typeface="Inter"/>
              </a:rPr>
              <a:t>memahami</a:t>
            </a:r>
            <a:r>
              <a:rPr lang="en-US" sz="2295" spc="275" dirty="0">
                <a:solidFill>
                  <a:srgbClr val="FEFEFF"/>
                </a:solidFill>
                <a:latin typeface="Inter"/>
                <a:ea typeface="Inter"/>
                <a:cs typeface="Inter"/>
                <a:sym typeface="Inter"/>
              </a:rPr>
              <a:t> </a:t>
            </a:r>
            <a:r>
              <a:rPr lang="en-US" sz="2295" spc="275" dirty="0" err="1">
                <a:solidFill>
                  <a:srgbClr val="FEFEFF"/>
                </a:solidFill>
                <a:latin typeface="Inter"/>
                <a:ea typeface="Inter"/>
                <a:cs typeface="Inter"/>
                <a:sym typeface="Inter"/>
              </a:rPr>
              <a:t>prinsip-prinsip</a:t>
            </a:r>
            <a:r>
              <a:rPr lang="en-US" sz="2295" spc="275" dirty="0">
                <a:solidFill>
                  <a:srgbClr val="FEFEFF"/>
                </a:solidFill>
                <a:latin typeface="Inter"/>
                <a:ea typeface="Inter"/>
                <a:cs typeface="Inter"/>
                <a:sym typeface="Inter"/>
              </a:rPr>
              <a:t> </a:t>
            </a:r>
            <a:r>
              <a:rPr lang="en-US" sz="2295" spc="275" dirty="0" err="1">
                <a:solidFill>
                  <a:srgbClr val="FEFEFF"/>
                </a:solidFill>
                <a:latin typeface="Inter"/>
                <a:ea typeface="Inter"/>
                <a:cs typeface="Inter"/>
                <a:sym typeface="Inter"/>
              </a:rPr>
              <a:t>dasar</a:t>
            </a:r>
            <a:r>
              <a:rPr lang="en-US" sz="2295" spc="275" dirty="0">
                <a:solidFill>
                  <a:srgbClr val="FEFEFF"/>
                </a:solidFill>
                <a:latin typeface="Inter"/>
                <a:ea typeface="Inter"/>
                <a:cs typeface="Inter"/>
                <a:sym typeface="Inter"/>
              </a:rPr>
              <a:t> </a:t>
            </a:r>
            <a:r>
              <a:rPr lang="en-US" sz="2295" spc="275" dirty="0" err="1">
                <a:solidFill>
                  <a:srgbClr val="FEFEFF"/>
                </a:solidFill>
                <a:latin typeface="Inter"/>
                <a:ea typeface="Inter"/>
                <a:cs typeface="Inter"/>
                <a:sym typeface="Inter"/>
              </a:rPr>
              <a:t>tentang</a:t>
            </a:r>
            <a:r>
              <a:rPr lang="en-US" sz="2295" spc="275" dirty="0">
                <a:solidFill>
                  <a:srgbClr val="FEFEFF"/>
                </a:solidFill>
                <a:latin typeface="Inter"/>
                <a:ea typeface="Inter"/>
                <a:cs typeface="Inter"/>
                <a:sym typeface="Inter"/>
              </a:rPr>
              <a:t> UI, </a:t>
            </a:r>
            <a:r>
              <a:rPr lang="en-US" sz="2295" spc="275" dirty="0" err="1">
                <a:solidFill>
                  <a:srgbClr val="FEFEFF"/>
                </a:solidFill>
                <a:latin typeface="Inter"/>
                <a:ea typeface="Inter"/>
                <a:cs typeface="Inter"/>
                <a:sym typeface="Inter"/>
              </a:rPr>
              <a:t>kamu</a:t>
            </a:r>
            <a:r>
              <a:rPr lang="en-US" sz="2295" spc="275" dirty="0">
                <a:solidFill>
                  <a:srgbClr val="FEFEFF"/>
                </a:solidFill>
                <a:latin typeface="Inter"/>
                <a:ea typeface="Inter"/>
                <a:cs typeface="Inter"/>
                <a:sym typeface="Inter"/>
              </a:rPr>
              <a:t> juga </a:t>
            </a:r>
            <a:r>
              <a:rPr lang="en-US" sz="2295" spc="275" dirty="0" err="1">
                <a:solidFill>
                  <a:srgbClr val="FEFEFF"/>
                </a:solidFill>
                <a:latin typeface="Inter"/>
                <a:ea typeface="Inter"/>
                <a:cs typeface="Inter"/>
                <a:sym typeface="Inter"/>
              </a:rPr>
              <a:t>harus</a:t>
            </a:r>
            <a:r>
              <a:rPr lang="en-US" sz="2295" spc="275" dirty="0">
                <a:solidFill>
                  <a:srgbClr val="FEFEFF"/>
                </a:solidFill>
                <a:latin typeface="Inter"/>
                <a:ea typeface="Inter"/>
                <a:cs typeface="Inter"/>
                <a:sym typeface="Inter"/>
              </a:rPr>
              <a:t> </a:t>
            </a:r>
            <a:r>
              <a:rPr lang="en-US" sz="2295" spc="275" dirty="0" err="1">
                <a:solidFill>
                  <a:srgbClr val="FEFEFF"/>
                </a:solidFill>
                <a:latin typeface="Inter"/>
                <a:ea typeface="Inter"/>
                <a:cs typeface="Inter"/>
                <a:sym typeface="Inter"/>
              </a:rPr>
              <a:t>mulai</a:t>
            </a:r>
            <a:r>
              <a:rPr lang="en-US" sz="2295" spc="275" dirty="0">
                <a:solidFill>
                  <a:srgbClr val="FEFEFF"/>
                </a:solidFill>
                <a:latin typeface="Inter"/>
                <a:ea typeface="Inter"/>
                <a:cs typeface="Inter"/>
                <a:sym typeface="Inter"/>
              </a:rPr>
              <a:t> </a:t>
            </a:r>
            <a:r>
              <a:rPr lang="en-US" sz="2295" spc="275" dirty="0" err="1">
                <a:solidFill>
                  <a:srgbClr val="FEFEFF"/>
                </a:solidFill>
                <a:latin typeface="Inter"/>
                <a:ea typeface="Inter"/>
                <a:cs typeface="Inter"/>
                <a:sym typeface="Inter"/>
              </a:rPr>
              <a:t>belajar</a:t>
            </a:r>
            <a:r>
              <a:rPr lang="en-US" sz="2295" spc="275" dirty="0">
                <a:solidFill>
                  <a:srgbClr val="FEFEFF"/>
                </a:solidFill>
                <a:latin typeface="Inter"/>
                <a:ea typeface="Inter"/>
                <a:cs typeface="Inter"/>
                <a:sym typeface="Inter"/>
              </a:rPr>
              <a:t> </a:t>
            </a:r>
            <a:r>
              <a:rPr lang="en-US" sz="2295" spc="275" dirty="0" err="1">
                <a:solidFill>
                  <a:srgbClr val="FEFEFF"/>
                </a:solidFill>
                <a:latin typeface="Inter"/>
                <a:ea typeface="Inter"/>
                <a:cs typeface="Inter"/>
                <a:sym typeface="Inter"/>
              </a:rPr>
              <a:t>menggunakan</a:t>
            </a:r>
            <a:r>
              <a:rPr lang="en-US" sz="2295" spc="275" dirty="0">
                <a:solidFill>
                  <a:srgbClr val="FEFEFF"/>
                </a:solidFill>
                <a:latin typeface="Inter"/>
                <a:ea typeface="Inter"/>
                <a:cs typeface="Inter"/>
                <a:sym typeface="Inter"/>
              </a:rPr>
              <a:t> tools </a:t>
            </a:r>
            <a:r>
              <a:rPr lang="en-US" sz="2295" spc="275" dirty="0" err="1">
                <a:solidFill>
                  <a:srgbClr val="FEFEFF"/>
                </a:solidFill>
                <a:latin typeface="Inter"/>
                <a:ea typeface="Inter"/>
                <a:cs typeface="Inter"/>
                <a:sym typeface="Inter"/>
              </a:rPr>
              <a:t>atau</a:t>
            </a:r>
            <a:r>
              <a:rPr lang="en-US" sz="2295" spc="275" dirty="0">
                <a:solidFill>
                  <a:srgbClr val="FEFEFF"/>
                </a:solidFill>
                <a:latin typeface="Inter"/>
                <a:ea typeface="Inter"/>
                <a:cs typeface="Inter"/>
                <a:sym typeface="Inter"/>
              </a:rPr>
              <a:t> software yang </a:t>
            </a:r>
            <a:r>
              <a:rPr lang="en-US" sz="2295" spc="275" dirty="0" err="1">
                <a:solidFill>
                  <a:srgbClr val="FEFEFF"/>
                </a:solidFill>
                <a:latin typeface="Inter"/>
                <a:ea typeface="Inter"/>
                <a:cs typeface="Inter"/>
                <a:sym typeface="Inter"/>
              </a:rPr>
              <a:t>diperlukan</a:t>
            </a:r>
            <a:r>
              <a:rPr lang="en-US" sz="2295" spc="275" dirty="0">
                <a:solidFill>
                  <a:srgbClr val="FEFEFF"/>
                </a:solidFill>
                <a:latin typeface="Inter"/>
                <a:ea typeface="Inter"/>
                <a:cs typeface="Inter"/>
                <a:sym typeface="Inter"/>
              </a:rPr>
              <a:t> </a:t>
            </a:r>
            <a:r>
              <a:rPr lang="en-US" sz="2295" spc="275" dirty="0" err="1">
                <a:solidFill>
                  <a:srgbClr val="FEFEFF"/>
                </a:solidFill>
                <a:latin typeface="Inter"/>
                <a:ea typeface="Inter"/>
                <a:cs typeface="Inter"/>
                <a:sym typeface="Inter"/>
              </a:rPr>
              <a:t>bagi</a:t>
            </a:r>
            <a:r>
              <a:rPr lang="en-US" sz="2295" spc="275" dirty="0">
                <a:solidFill>
                  <a:srgbClr val="FEFEFF"/>
                </a:solidFill>
                <a:latin typeface="Inter"/>
                <a:ea typeface="Inter"/>
                <a:cs typeface="Inter"/>
                <a:sym typeface="Inter"/>
              </a:rPr>
              <a:t> </a:t>
            </a:r>
            <a:r>
              <a:rPr lang="en-US" sz="2295" spc="275" dirty="0" err="1">
                <a:solidFill>
                  <a:srgbClr val="FEFEFF"/>
                </a:solidFill>
                <a:latin typeface="Inter"/>
                <a:ea typeface="Inter"/>
                <a:cs typeface="Inter"/>
                <a:sym typeface="Inter"/>
              </a:rPr>
              <a:t>seorang</a:t>
            </a:r>
            <a:r>
              <a:rPr lang="en-US" sz="2295" spc="275" dirty="0">
                <a:solidFill>
                  <a:srgbClr val="FEFEFF"/>
                </a:solidFill>
                <a:latin typeface="Inter"/>
                <a:ea typeface="Inter"/>
                <a:cs typeface="Inter"/>
                <a:sym typeface="Inter"/>
              </a:rPr>
              <a:t> UI/UX designer.</a:t>
            </a:r>
          </a:p>
          <a:p>
            <a:pPr algn="l">
              <a:lnSpc>
                <a:spcPts val="3442"/>
              </a:lnSpc>
            </a:pPr>
            <a:r>
              <a:rPr lang="en-US" sz="2295" spc="275" dirty="0" err="1">
                <a:solidFill>
                  <a:srgbClr val="FEFEFF"/>
                </a:solidFill>
                <a:latin typeface="Inter"/>
                <a:ea typeface="Inter"/>
                <a:cs typeface="Inter"/>
                <a:sym typeface="Inter"/>
              </a:rPr>
              <a:t>Kamu</a:t>
            </a:r>
            <a:r>
              <a:rPr lang="en-US" sz="2295" spc="275" dirty="0">
                <a:solidFill>
                  <a:srgbClr val="FEFEFF"/>
                </a:solidFill>
                <a:latin typeface="Inter"/>
                <a:ea typeface="Inter"/>
                <a:cs typeface="Inter"/>
                <a:sym typeface="Inter"/>
              </a:rPr>
              <a:t> </a:t>
            </a:r>
            <a:r>
              <a:rPr lang="en-US" sz="2295" spc="275" dirty="0" err="1">
                <a:solidFill>
                  <a:srgbClr val="FEFEFF"/>
                </a:solidFill>
                <a:latin typeface="Inter"/>
                <a:ea typeface="Inter"/>
                <a:cs typeface="Inter"/>
                <a:sym typeface="Inter"/>
              </a:rPr>
              <a:t>bisa</a:t>
            </a:r>
            <a:r>
              <a:rPr lang="en-US" sz="2295" spc="275" dirty="0">
                <a:solidFill>
                  <a:srgbClr val="FEFEFF"/>
                </a:solidFill>
                <a:latin typeface="Inter"/>
                <a:ea typeface="Inter"/>
                <a:cs typeface="Inter"/>
                <a:sym typeface="Inter"/>
              </a:rPr>
              <a:t> </a:t>
            </a:r>
            <a:r>
              <a:rPr lang="en-US" sz="2295" spc="275" dirty="0" err="1">
                <a:solidFill>
                  <a:srgbClr val="FEFEFF"/>
                </a:solidFill>
                <a:latin typeface="Inter"/>
                <a:ea typeface="Inter"/>
                <a:cs typeface="Inter"/>
                <a:sym typeface="Inter"/>
              </a:rPr>
              <a:t>menyalurkan</a:t>
            </a:r>
            <a:r>
              <a:rPr lang="en-US" sz="2295" spc="275" dirty="0">
                <a:solidFill>
                  <a:srgbClr val="FEFEFF"/>
                </a:solidFill>
                <a:latin typeface="Inter"/>
                <a:ea typeface="Inter"/>
                <a:cs typeface="Inter"/>
                <a:sym typeface="Inter"/>
              </a:rPr>
              <a:t> </a:t>
            </a:r>
            <a:r>
              <a:rPr lang="en-US" sz="2295" spc="275" dirty="0" err="1">
                <a:solidFill>
                  <a:srgbClr val="FEFEFF"/>
                </a:solidFill>
                <a:latin typeface="Inter"/>
                <a:ea typeface="Inter"/>
                <a:cs typeface="Inter"/>
                <a:sym typeface="Inter"/>
              </a:rPr>
              <a:t>idemu</a:t>
            </a:r>
            <a:r>
              <a:rPr lang="en-US" sz="2295" spc="275" dirty="0">
                <a:solidFill>
                  <a:srgbClr val="FEFEFF"/>
                </a:solidFill>
                <a:latin typeface="Inter"/>
                <a:ea typeface="Inter"/>
                <a:cs typeface="Inter"/>
                <a:sym typeface="Inter"/>
              </a:rPr>
              <a:t> </a:t>
            </a:r>
            <a:r>
              <a:rPr lang="en-US" sz="2295" spc="275" dirty="0" err="1">
                <a:solidFill>
                  <a:srgbClr val="FEFEFF"/>
                </a:solidFill>
                <a:latin typeface="Inter"/>
                <a:ea typeface="Inter"/>
                <a:cs typeface="Inter"/>
                <a:sym typeface="Inter"/>
              </a:rPr>
              <a:t>dengan</a:t>
            </a:r>
            <a:r>
              <a:rPr lang="en-US" sz="2295" spc="275" dirty="0">
                <a:solidFill>
                  <a:srgbClr val="FEFEFF"/>
                </a:solidFill>
                <a:latin typeface="Inter"/>
                <a:ea typeface="Inter"/>
                <a:cs typeface="Inter"/>
                <a:sym typeface="Inter"/>
              </a:rPr>
              <a:t> </a:t>
            </a:r>
            <a:r>
              <a:rPr lang="en-US" sz="2295" spc="275" dirty="0" err="1">
                <a:solidFill>
                  <a:srgbClr val="FEFEFF"/>
                </a:solidFill>
                <a:latin typeface="Inter"/>
                <a:ea typeface="Inter"/>
                <a:cs typeface="Inter"/>
                <a:sym typeface="Inter"/>
              </a:rPr>
              <a:t>menggunakan</a:t>
            </a:r>
            <a:r>
              <a:rPr lang="en-US" sz="2295" spc="275" dirty="0">
                <a:solidFill>
                  <a:srgbClr val="FEFEFF"/>
                </a:solidFill>
                <a:latin typeface="Inter"/>
                <a:ea typeface="Inter"/>
                <a:cs typeface="Inter"/>
                <a:sym typeface="Inter"/>
              </a:rPr>
              <a:t> </a:t>
            </a:r>
            <a:r>
              <a:rPr lang="en-US" sz="2295" spc="275" dirty="0" err="1">
                <a:solidFill>
                  <a:srgbClr val="FEFEFF"/>
                </a:solidFill>
                <a:latin typeface="Inter"/>
                <a:ea typeface="Inter"/>
                <a:cs typeface="Inter"/>
                <a:sym typeface="Inter"/>
              </a:rPr>
              <a:t>beberapa</a:t>
            </a:r>
            <a:r>
              <a:rPr lang="en-US" sz="2295" spc="275" dirty="0">
                <a:solidFill>
                  <a:srgbClr val="FEFEFF"/>
                </a:solidFill>
                <a:latin typeface="Inter"/>
                <a:ea typeface="Inter"/>
                <a:cs typeface="Inter"/>
                <a:sym typeface="Inter"/>
              </a:rPr>
              <a:t> software :</a:t>
            </a:r>
          </a:p>
          <a:p>
            <a:pPr algn="l">
              <a:lnSpc>
                <a:spcPts val="3442"/>
              </a:lnSpc>
            </a:pPr>
            <a:endParaRPr lang="en-US" sz="2295" spc="275" dirty="0">
              <a:solidFill>
                <a:srgbClr val="FEFEFF"/>
              </a:solidFill>
              <a:latin typeface="Inter"/>
              <a:ea typeface="Inter"/>
              <a:cs typeface="Inter"/>
              <a:sym typeface="Inter"/>
            </a:endParaRPr>
          </a:p>
          <a:p>
            <a:pPr marL="495541" lvl="1" indent="-247770" algn="l">
              <a:lnSpc>
                <a:spcPts val="3442"/>
              </a:lnSpc>
              <a:buAutoNum type="arabicPeriod"/>
            </a:pPr>
            <a:r>
              <a:rPr lang="en-US" sz="2295" spc="275" dirty="0">
                <a:solidFill>
                  <a:srgbClr val="FEFEFF"/>
                </a:solidFill>
                <a:latin typeface="Inter"/>
                <a:ea typeface="Inter"/>
                <a:cs typeface="Inter"/>
                <a:sym typeface="Inter"/>
              </a:rPr>
              <a:t>Figma</a:t>
            </a:r>
          </a:p>
          <a:p>
            <a:pPr marL="495541" lvl="1" indent="-247770" algn="l">
              <a:lnSpc>
                <a:spcPts val="3442"/>
              </a:lnSpc>
              <a:buAutoNum type="arabicPeriod"/>
            </a:pPr>
            <a:r>
              <a:rPr lang="en-US" sz="2295" spc="275" dirty="0">
                <a:solidFill>
                  <a:srgbClr val="FEFEFF"/>
                </a:solidFill>
                <a:latin typeface="Inter"/>
                <a:ea typeface="Inter"/>
                <a:cs typeface="Inter"/>
                <a:sym typeface="Inter"/>
              </a:rPr>
              <a:t>Adobe XD</a:t>
            </a:r>
          </a:p>
          <a:p>
            <a:pPr marL="495541" lvl="1" indent="-247770" algn="l">
              <a:lnSpc>
                <a:spcPts val="3442"/>
              </a:lnSpc>
              <a:buAutoNum type="arabicPeriod"/>
            </a:pPr>
            <a:r>
              <a:rPr lang="en-US" sz="2295" spc="275" dirty="0">
                <a:solidFill>
                  <a:srgbClr val="FEFEFF"/>
                </a:solidFill>
                <a:latin typeface="Inter"/>
                <a:ea typeface="Inter"/>
                <a:cs typeface="Inter"/>
                <a:sym typeface="Inter"/>
              </a:rPr>
              <a:t>Whimsical</a:t>
            </a:r>
          </a:p>
          <a:p>
            <a:pPr marL="495541" lvl="1" indent="-247770" algn="l">
              <a:lnSpc>
                <a:spcPts val="3442"/>
              </a:lnSpc>
              <a:buAutoNum type="arabicPeriod"/>
            </a:pPr>
            <a:r>
              <a:rPr lang="en-US" sz="2295" spc="275" dirty="0">
                <a:solidFill>
                  <a:srgbClr val="FEFEFF"/>
                </a:solidFill>
                <a:latin typeface="Inter"/>
                <a:ea typeface="Inter"/>
                <a:cs typeface="Inter"/>
                <a:sym typeface="Inter"/>
              </a:rPr>
              <a:t>Sketch</a:t>
            </a:r>
          </a:p>
          <a:p>
            <a:pPr algn="l">
              <a:lnSpc>
                <a:spcPts val="3442"/>
              </a:lnSpc>
            </a:pPr>
            <a:r>
              <a:rPr lang="en-US" sz="2295" spc="275" dirty="0">
                <a:solidFill>
                  <a:srgbClr val="FEFEFF"/>
                </a:solidFill>
                <a:latin typeface="Inter"/>
                <a:ea typeface="Inter"/>
                <a:cs typeface="Inter"/>
                <a:sym typeface="Inter"/>
              </a:rPr>
              <a:t>Dan </a:t>
            </a:r>
            <a:r>
              <a:rPr lang="en-US" sz="2295" spc="275" dirty="0" err="1">
                <a:solidFill>
                  <a:srgbClr val="FEFEFF"/>
                </a:solidFill>
                <a:latin typeface="Inter"/>
                <a:ea typeface="Inter"/>
                <a:cs typeface="Inter"/>
                <a:sym typeface="Inter"/>
              </a:rPr>
              <a:t>masih</a:t>
            </a:r>
            <a:r>
              <a:rPr lang="en-US" sz="2295" spc="275" dirty="0">
                <a:solidFill>
                  <a:srgbClr val="FEFEFF"/>
                </a:solidFill>
                <a:latin typeface="Inter"/>
                <a:ea typeface="Inter"/>
                <a:cs typeface="Inter"/>
                <a:sym typeface="Inter"/>
              </a:rPr>
              <a:t> </a:t>
            </a:r>
            <a:r>
              <a:rPr lang="en-US" sz="2295" spc="275" dirty="0" err="1">
                <a:solidFill>
                  <a:srgbClr val="FEFEFF"/>
                </a:solidFill>
                <a:latin typeface="Inter"/>
                <a:ea typeface="Inter"/>
                <a:cs typeface="Inter"/>
                <a:sym typeface="Inter"/>
              </a:rPr>
              <a:t>banyak</a:t>
            </a:r>
            <a:r>
              <a:rPr lang="en-US" sz="2295" spc="275" dirty="0">
                <a:solidFill>
                  <a:srgbClr val="FEFEFF"/>
                </a:solidFill>
                <a:latin typeface="Inter"/>
                <a:ea typeface="Inter"/>
                <a:cs typeface="Inter"/>
                <a:sym typeface="Inter"/>
              </a:rPr>
              <a:t> </a:t>
            </a:r>
            <a:r>
              <a:rPr lang="en-US" sz="2295" spc="275" dirty="0" err="1">
                <a:solidFill>
                  <a:srgbClr val="FEFEFF"/>
                </a:solidFill>
                <a:latin typeface="Inter"/>
                <a:ea typeface="Inter"/>
                <a:cs typeface="Inter"/>
                <a:sym typeface="Inter"/>
              </a:rPr>
              <a:t>lagi</a:t>
            </a:r>
            <a:r>
              <a:rPr lang="en-US" sz="2295" spc="275" dirty="0">
                <a:solidFill>
                  <a:srgbClr val="FEFEFF"/>
                </a:solidFill>
                <a:latin typeface="Inter"/>
                <a:ea typeface="Inter"/>
                <a:cs typeface="Inter"/>
                <a:sym typeface="Inter"/>
              </a:rPr>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2940"/>
        </a:solidFill>
        <a:effectLst/>
      </p:bgPr>
    </p:bg>
    <p:spTree>
      <p:nvGrpSpPr>
        <p:cNvPr id="1" name=""/>
        <p:cNvGrpSpPr/>
        <p:nvPr/>
      </p:nvGrpSpPr>
      <p:grpSpPr>
        <a:xfrm>
          <a:off x="0" y="0"/>
          <a:ext cx="0" cy="0"/>
          <a:chOff x="0" y="0"/>
          <a:chExt cx="0" cy="0"/>
        </a:xfrm>
      </p:grpSpPr>
      <p:sp>
        <p:nvSpPr>
          <p:cNvPr id="2" name="Freeform 2"/>
          <p:cNvSpPr/>
          <p:nvPr/>
        </p:nvSpPr>
        <p:spPr>
          <a:xfrm>
            <a:off x="9525"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15000"/>
            </a:blip>
            <a:stretch>
              <a:fillRect/>
            </a:stretch>
          </a:blipFill>
        </p:spPr>
      </p:sp>
      <p:grpSp>
        <p:nvGrpSpPr>
          <p:cNvPr id="3" name="Group 3"/>
          <p:cNvGrpSpPr/>
          <p:nvPr/>
        </p:nvGrpSpPr>
        <p:grpSpPr>
          <a:xfrm>
            <a:off x="7510084" y="732996"/>
            <a:ext cx="3267833" cy="591408"/>
            <a:chOff x="0" y="0"/>
            <a:chExt cx="4357110" cy="788544"/>
          </a:xfrm>
        </p:grpSpPr>
        <p:sp>
          <p:nvSpPr>
            <p:cNvPr id="4" name="Freeform 4"/>
            <p:cNvSpPr/>
            <p:nvPr/>
          </p:nvSpPr>
          <p:spPr>
            <a:xfrm>
              <a:off x="0" y="0"/>
              <a:ext cx="732988" cy="732988"/>
            </a:xfrm>
            <a:custGeom>
              <a:avLst/>
              <a:gdLst/>
              <a:ahLst/>
              <a:cxnLst/>
              <a:rect l="l" t="t" r="r" b="b"/>
              <a:pathLst>
                <a:path w="732988" h="732988">
                  <a:moveTo>
                    <a:pt x="0" y="0"/>
                  </a:moveTo>
                  <a:lnTo>
                    <a:pt x="732988" y="0"/>
                  </a:lnTo>
                  <a:lnTo>
                    <a:pt x="732988" y="732988"/>
                  </a:lnTo>
                  <a:lnTo>
                    <a:pt x="0" y="732988"/>
                  </a:lnTo>
                  <a:lnTo>
                    <a:pt x="0" y="0"/>
                  </a:lnTo>
                  <a:close/>
                </a:path>
              </a:pathLst>
            </a:custGeom>
            <a:blipFill>
              <a:blip r:embed="rId3"/>
              <a:stretch>
                <a:fillRect/>
              </a:stretch>
            </a:blipFill>
          </p:spPr>
        </p:sp>
        <p:sp>
          <p:nvSpPr>
            <p:cNvPr id="5" name="Freeform 5"/>
            <p:cNvSpPr/>
            <p:nvPr/>
          </p:nvSpPr>
          <p:spPr>
            <a:xfrm>
              <a:off x="935429" y="0"/>
              <a:ext cx="732988" cy="732988"/>
            </a:xfrm>
            <a:custGeom>
              <a:avLst/>
              <a:gdLst/>
              <a:ahLst/>
              <a:cxnLst/>
              <a:rect l="l" t="t" r="r" b="b"/>
              <a:pathLst>
                <a:path w="732988" h="732988">
                  <a:moveTo>
                    <a:pt x="0" y="0"/>
                  </a:moveTo>
                  <a:lnTo>
                    <a:pt x="732988" y="0"/>
                  </a:lnTo>
                  <a:lnTo>
                    <a:pt x="732988" y="732988"/>
                  </a:lnTo>
                  <a:lnTo>
                    <a:pt x="0" y="732988"/>
                  </a:lnTo>
                  <a:lnTo>
                    <a:pt x="0" y="0"/>
                  </a:lnTo>
                  <a:close/>
                </a:path>
              </a:pathLst>
            </a:custGeom>
            <a:blipFill>
              <a:blip r:embed="rId4"/>
              <a:stretch>
                <a:fillRect/>
              </a:stretch>
            </a:blipFill>
          </p:spPr>
        </p:sp>
        <p:sp>
          <p:nvSpPr>
            <p:cNvPr id="6" name="Freeform 6"/>
            <p:cNvSpPr/>
            <p:nvPr/>
          </p:nvSpPr>
          <p:spPr>
            <a:xfrm>
              <a:off x="1872405" y="55556"/>
              <a:ext cx="2484706" cy="732988"/>
            </a:xfrm>
            <a:custGeom>
              <a:avLst/>
              <a:gdLst/>
              <a:ahLst/>
              <a:cxnLst/>
              <a:rect l="l" t="t" r="r" b="b"/>
              <a:pathLst>
                <a:path w="2484706" h="732988">
                  <a:moveTo>
                    <a:pt x="0" y="0"/>
                  </a:moveTo>
                  <a:lnTo>
                    <a:pt x="2484705" y="0"/>
                  </a:lnTo>
                  <a:lnTo>
                    <a:pt x="2484705" y="732988"/>
                  </a:lnTo>
                  <a:lnTo>
                    <a:pt x="0" y="732988"/>
                  </a:lnTo>
                  <a:lnTo>
                    <a:pt x="0" y="0"/>
                  </a:lnTo>
                  <a:close/>
                </a:path>
              </a:pathLst>
            </a:custGeom>
            <a:blipFill>
              <a:blip r:embed="rId5"/>
              <a:stretch>
                <a:fillRect/>
              </a:stretch>
            </a:blipFill>
          </p:spPr>
        </p:sp>
      </p:grpSp>
      <p:grpSp>
        <p:nvGrpSpPr>
          <p:cNvPr id="7" name="Group 7"/>
          <p:cNvGrpSpPr/>
          <p:nvPr/>
        </p:nvGrpSpPr>
        <p:grpSpPr>
          <a:xfrm>
            <a:off x="13819395" y="-1307921"/>
            <a:ext cx="7040355" cy="6307586"/>
            <a:chOff x="0" y="0"/>
            <a:chExt cx="9387141" cy="8410115"/>
          </a:xfrm>
        </p:grpSpPr>
        <p:grpSp>
          <p:nvGrpSpPr>
            <p:cNvPr id="8" name="Group 8"/>
            <p:cNvGrpSpPr/>
            <p:nvPr/>
          </p:nvGrpSpPr>
          <p:grpSpPr>
            <a:xfrm>
              <a:off x="4693570" y="0"/>
              <a:ext cx="4693570" cy="8410115"/>
              <a:chOff x="0" y="0"/>
              <a:chExt cx="948267" cy="1699140"/>
            </a:xfrm>
          </p:grpSpPr>
          <p:sp>
            <p:nvSpPr>
              <p:cNvPr id="9" name="Freeform 9"/>
              <p:cNvSpPr/>
              <p:nvPr/>
            </p:nvSpPr>
            <p:spPr>
              <a:xfrm>
                <a:off x="0" y="0"/>
                <a:ext cx="948267" cy="1699140"/>
              </a:xfrm>
              <a:custGeom>
                <a:avLst/>
                <a:gdLst/>
                <a:ahLst/>
                <a:cxnLst/>
                <a:rect l="l" t="t" r="r" b="b"/>
                <a:pathLst>
                  <a:path w="948267" h="1699140">
                    <a:moveTo>
                      <a:pt x="0" y="849570"/>
                    </a:moveTo>
                    <a:lnTo>
                      <a:pt x="406400" y="0"/>
                    </a:lnTo>
                    <a:lnTo>
                      <a:pt x="406400" y="203200"/>
                    </a:lnTo>
                    <a:lnTo>
                      <a:pt x="948267" y="203200"/>
                    </a:lnTo>
                    <a:lnTo>
                      <a:pt x="948267" y="1495940"/>
                    </a:lnTo>
                    <a:lnTo>
                      <a:pt x="406400" y="1495940"/>
                    </a:lnTo>
                    <a:lnTo>
                      <a:pt x="406400" y="1699140"/>
                    </a:lnTo>
                    <a:lnTo>
                      <a:pt x="0" y="849570"/>
                    </a:lnTo>
                    <a:close/>
                  </a:path>
                </a:pathLst>
              </a:custGeom>
              <a:gradFill rotWithShape="1">
                <a:gsLst>
                  <a:gs pos="0">
                    <a:srgbClr val="CDFFD8">
                      <a:alpha val="100000"/>
                    </a:srgbClr>
                  </a:gs>
                  <a:gs pos="100000">
                    <a:srgbClr val="94B9FF">
                      <a:alpha val="100000"/>
                    </a:srgbClr>
                  </a:gs>
                </a:gsLst>
                <a:lin ang="0"/>
              </a:gradFill>
            </p:spPr>
          </p:sp>
          <p:sp>
            <p:nvSpPr>
              <p:cNvPr id="10" name="TextBox 10"/>
              <p:cNvSpPr txBox="1"/>
              <p:nvPr/>
            </p:nvSpPr>
            <p:spPr>
              <a:xfrm>
                <a:off x="101600" y="146050"/>
                <a:ext cx="846667" cy="1349890"/>
              </a:xfrm>
              <a:prstGeom prst="rect">
                <a:avLst/>
              </a:prstGeom>
            </p:spPr>
            <p:txBody>
              <a:bodyPr lIns="50800" tIns="50800" rIns="50800" bIns="50800" rtlCol="0" anchor="ctr"/>
              <a:lstStyle/>
              <a:p>
                <a:pPr algn="ctr">
                  <a:lnSpc>
                    <a:spcPts val="2486"/>
                  </a:lnSpc>
                </a:pPr>
                <a:endParaRPr/>
              </a:p>
            </p:txBody>
          </p:sp>
        </p:grpSp>
        <p:grpSp>
          <p:nvGrpSpPr>
            <p:cNvPr id="11" name="Group 11"/>
            <p:cNvGrpSpPr/>
            <p:nvPr/>
          </p:nvGrpSpPr>
          <p:grpSpPr>
            <a:xfrm>
              <a:off x="2682040" y="2390174"/>
              <a:ext cx="4023060" cy="1814884"/>
              <a:chOff x="0" y="0"/>
              <a:chExt cx="812800" cy="366671"/>
            </a:xfrm>
          </p:grpSpPr>
          <p:sp>
            <p:nvSpPr>
              <p:cNvPr id="12" name="Freeform 12"/>
              <p:cNvSpPr/>
              <p:nvPr/>
            </p:nvSpPr>
            <p:spPr>
              <a:xfrm>
                <a:off x="0" y="0"/>
                <a:ext cx="812800" cy="366671"/>
              </a:xfrm>
              <a:custGeom>
                <a:avLst/>
                <a:gdLst/>
                <a:ahLst/>
                <a:cxnLst/>
                <a:rect l="l" t="t" r="r" b="b"/>
                <a:pathLst>
                  <a:path w="812800" h="366671">
                    <a:moveTo>
                      <a:pt x="609600" y="0"/>
                    </a:moveTo>
                    <a:lnTo>
                      <a:pt x="0" y="0"/>
                    </a:lnTo>
                    <a:lnTo>
                      <a:pt x="203200" y="366671"/>
                    </a:lnTo>
                    <a:lnTo>
                      <a:pt x="812800" y="366671"/>
                    </a:lnTo>
                    <a:lnTo>
                      <a:pt x="609600" y="0"/>
                    </a:lnTo>
                    <a:close/>
                  </a:path>
                </a:pathLst>
              </a:custGeom>
              <a:solidFill>
                <a:srgbClr val="144D5F"/>
              </a:solidFill>
            </p:spPr>
          </p:sp>
          <p:sp>
            <p:nvSpPr>
              <p:cNvPr id="13" name="TextBox 13"/>
              <p:cNvSpPr txBox="1"/>
              <p:nvPr/>
            </p:nvSpPr>
            <p:spPr>
              <a:xfrm>
                <a:off x="101600" y="-57150"/>
                <a:ext cx="609600" cy="423821"/>
              </a:xfrm>
              <a:prstGeom prst="rect">
                <a:avLst/>
              </a:prstGeom>
            </p:spPr>
            <p:txBody>
              <a:bodyPr lIns="50800" tIns="50800" rIns="50800" bIns="50800" rtlCol="0" anchor="ctr"/>
              <a:lstStyle/>
              <a:p>
                <a:pPr algn="ctr">
                  <a:lnSpc>
                    <a:spcPts val="2486"/>
                  </a:lnSpc>
                </a:pPr>
                <a:endParaRPr/>
              </a:p>
            </p:txBody>
          </p:sp>
        </p:grpSp>
        <p:grpSp>
          <p:nvGrpSpPr>
            <p:cNvPr id="14" name="Group 14"/>
            <p:cNvGrpSpPr/>
            <p:nvPr/>
          </p:nvGrpSpPr>
          <p:grpSpPr>
            <a:xfrm>
              <a:off x="0" y="500864"/>
              <a:ext cx="7716008" cy="2011530"/>
              <a:chOff x="0" y="0"/>
              <a:chExt cx="1558906" cy="406400"/>
            </a:xfrm>
          </p:grpSpPr>
          <p:sp>
            <p:nvSpPr>
              <p:cNvPr id="15" name="Freeform 15"/>
              <p:cNvSpPr/>
              <p:nvPr/>
            </p:nvSpPr>
            <p:spPr>
              <a:xfrm>
                <a:off x="0" y="0"/>
                <a:ext cx="1558906" cy="406400"/>
              </a:xfrm>
              <a:custGeom>
                <a:avLst/>
                <a:gdLst/>
                <a:ahLst/>
                <a:cxnLst/>
                <a:rect l="l" t="t" r="r" b="b"/>
                <a:pathLst>
                  <a:path w="1558906" h="406400">
                    <a:moveTo>
                      <a:pt x="1355706" y="0"/>
                    </a:moveTo>
                    <a:cubicBezTo>
                      <a:pt x="1467930" y="0"/>
                      <a:pt x="1558906" y="90976"/>
                      <a:pt x="1558906" y="203200"/>
                    </a:cubicBezTo>
                    <a:cubicBezTo>
                      <a:pt x="1558906" y="315424"/>
                      <a:pt x="1467930" y="406400"/>
                      <a:pt x="1355706" y="406400"/>
                    </a:cubicBezTo>
                    <a:lnTo>
                      <a:pt x="203200" y="406400"/>
                    </a:lnTo>
                    <a:cubicBezTo>
                      <a:pt x="90976" y="406400"/>
                      <a:pt x="0" y="315424"/>
                      <a:pt x="0" y="203200"/>
                    </a:cubicBezTo>
                    <a:cubicBezTo>
                      <a:pt x="0" y="90976"/>
                      <a:pt x="90976" y="0"/>
                      <a:pt x="203200" y="0"/>
                    </a:cubicBezTo>
                    <a:close/>
                  </a:path>
                </a:pathLst>
              </a:custGeom>
              <a:solidFill>
                <a:srgbClr val="46A0B1"/>
              </a:solidFill>
            </p:spPr>
          </p:sp>
          <p:sp>
            <p:nvSpPr>
              <p:cNvPr id="16" name="TextBox 16"/>
              <p:cNvSpPr txBox="1"/>
              <p:nvPr/>
            </p:nvSpPr>
            <p:spPr>
              <a:xfrm>
                <a:off x="0" y="-57150"/>
                <a:ext cx="1558906" cy="463550"/>
              </a:xfrm>
              <a:prstGeom prst="rect">
                <a:avLst/>
              </a:prstGeom>
            </p:spPr>
            <p:txBody>
              <a:bodyPr lIns="50800" tIns="50800" rIns="50800" bIns="50800" rtlCol="0" anchor="ctr"/>
              <a:lstStyle/>
              <a:p>
                <a:pPr algn="ctr">
                  <a:lnSpc>
                    <a:spcPts val="2486"/>
                  </a:lnSpc>
                </a:pPr>
                <a:endParaRPr/>
              </a:p>
            </p:txBody>
          </p:sp>
        </p:grpSp>
        <p:grpSp>
          <p:nvGrpSpPr>
            <p:cNvPr id="17" name="Group 17"/>
            <p:cNvGrpSpPr/>
            <p:nvPr/>
          </p:nvGrpSpPr>
          <p:grpSpPr>
            <a:xfrm>
              <a:off x="4693570" y="181997"/>
              <a:ext cx="4023060" cy="4023060"/>
              <a:chOff x="0" y="0"/>
              <a:chExt cx="812800" cy="812800"/>
            </a:xfrm>
          </p:grpSpPr>
          <p:sp>
            <p:nvSpPr>
              <p:cNvPr id="18" name="Freeform 18"/>
              <p:cNvSpPr/>
              <p:nvPr/>
            </p:nvSpPr>
            <p:spPr>
              <a:xfrm>
                <a:off x="0" y="0"/>
                <a:ext cx="812800" cy="812800"/>
              </a:xfrm>
              <a:custGeom>
                <a:avLst/>
                <a:gdLst/>
                <a:ahLst/>
                <a:cxnLst/>
                <a:rect l="l" t="t" r="r" b="b"/>
                <a:pathLst>
                  <a:path w="812800" h="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46A0B1"/>
              </a:solidFill>
            </p:spPr>
          </p:sp>
          <p:sp>
            <p:nvSpPr>
              <p:cNvPr id="19" name="TextBox 19"/>
              <p:cNvSpPr txBox="1"/>
              <p:nvPr/>
            </p:nvSpPr>
            <p:spPr>
              <a:xfrm>
                <a:off x="203200" y="-57150"/>
                <a:ext cx="406400" cy="768350"/>
              </a:xfrm>
              <a:prstGeom prst="rect">
                <a:avLst/>
              </a:prstGeom>
            </p:spPr>
            <p:txBody>
              <a:bodyPr lIns="50800" tIns="50800" rIns="50800" bIns="50800" rtlCol="0" anchor="ctr"/>
              <a:lstStyle/>
              <a:p>
                <a:pPr algn="ctr">
                  <a:lnSpc>
                    <a:spcPts val="2486"/>
                  </a:lnSpc>
                </a:pPr>
                <a:endParaRPr/>
              </a:p>
            </p:txBody>
          </p:sp>
        </p:grpSp>
        <p:grpSp>
          <p:nvGrpSpPr>
            <p:cNvPr id="20" name="Group 20"/>
            <p:cNvGrpSpPr/>
            <p:nvPr/>
          </p:nvGrpSpPr>
          <p:grpSpPr>
            <a:xfrm rot="-421994">
              <a:off x="1547198" y="1087681"/>
              <a:ext cx="3507933" cy="5261900"/>
              <a:chOff x="0" y="0"/>
              <a:chExt cx="406400" cy="609600"/>
            </a:xfrm>
          </p:grpSpPr>
          <p:sp>
            <p:nvSpPr>
              <p:cNvPr id="21" name="Freeform 21"/>
              <p:cNvSpPr/>
              <p:nvPr/>
            </p:nvSpPr>
            <p:spPr>
              <a:xfrm>
                <a:off x="0" y="0"/>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gradFill rotWithShape="1">
                <a:gsLst>
                  <a:gs pos="0">
                    <a:srgbClr val="CDFFD8">
                      <a:alpha val="60000"/>
                    </a:srgbClr>
                  </a:gs>
                  <a:gs pos="100000">
                    <a:srgbClr val="94B9FF">
                      <a:alpha val="60000"/>
                    </a:srgbClr>
                  </a:gs>
                </a:gsLst>
                <a:lin ang="0"/>
              </a:gradFill>
            </p:spPr>
          </p:sp>
          <p:sp>
            <p:nvSpPr>
              <p:cNvPr id="22" name="TextBox 22"/>
              <p:cNvSpPr txBox="1"/>
              <p:nvPr/>
            </p:nvSpPr>
            <p:spPr>
              <a:xfrm>
                <a:off x="101600" y="-57150"/>
                <a:ext cx="203200" cy="666750"/>
              </a:xfrm>
              <a:prstGeom prst="rect">
                <a:avLst/>
              </a:prstGeom>
            </p:spPr>
            <p:txBody>
              <a:bodyPr lIns="50800" tIns="50800" rIns="50800" bIns="50800" rtlCol="0" anchor="ctr"/>
              <a:lstStyle/>
              <a:p>
                <a:pPr algn="ctr">
                  <a:lnSpc>
                    <a:spcPts val="2486"/>
                  </a:lnSpc>
                </a:pPr>
                <a:endParaRPr/>
              </a:p>
            </p:txBody>
          </p:sp>
        </p:grpSp>
      </p:grpSp>
      <p:grpSp>
        <p:nvGrpSpPr>
          <p:cNvPr id="23" name="Group 23"/>
          <p:cNvGrpSpPr/>
          <p:nvPr/>
        </p:nvGrpSpPr>
        <p:grpSpPr>
          <a:xfrm>
            <a:off x="-1705191" y="6469644"/>
            <a:ext cx="5713901" cy="4834459"/>
            <a:chOff x="0" y="0"/>
            <a:chExt cx="7618535" cy="6445946"/>
          </a:xfrm>
        </p:grpSpPr>
        <p:grpSp>
          <p:nvGrpSpPr>
            <p:cNvPr id="24" name="Group 24"/>
            <p:cNvGrpSpPr/>
            <p:nvPr/>
          </p:nvGrpSpPr>
          <p:grpSpPr>
            <a:xfrm>
              <a:off x="0" y="0"/>
              <a:ext cx="3516247" cy="6084231"/>
              <a:chOff x="0" y="0"/>
              <a:chExt cx="812800" cy="1406404"/>
            </a:xfrm>
          </p:grpSpPr>
          <p:sp>
            <p:nvSpPr>
              <p:cNvPr id="25" name="Freeform 25"/>
              <p:cNvSpPr/>
              <p:nvPr/>
            </p:nvSpPr>
            <p:spPr>
              <a:xfrm>
                <a:off x="0" y="0"/>
                <a:ext cx="812800" cy="1406404"/>
              </a:xfrm>
              <a:custGeom>
                <a:avLst/>
                <a:gdLst/>
                <a:ahLst/>
                <a:cxnLst/>
                <a:rect l="l" t="t" r="r" b="b"/>
                <a:pathLst>
                  <a:path w="812800" h="1406404">
                    <a:moveTo>
                      <a:pt x="812800" y="703202"/>
                    </a:moveTo>
                    <a:lnTo>
                      <a:pt x="406400" y="0"/>
                    </a:lnTo>
                    <a:lnTo>
                      <a:pt x="406400" y="203200"/>
                    </a:lnTo>
                    <a:lnTo>
                      <a:pt x="0" y="203200"/>
                    </a:lnTo>
                    <a:lnTo>
                      <a:pt x="0" y="1203204"/>
                    </a:lnTo>
                    <a:lnTo>
                      <a:pt x="406400" y="1203204"/>
                    </a:lnTo>
                    <a:lnTo>
                      <a:pt x="406400" y="1406404"/>
                    </a:lnTo>
                    <a:lnTo>
                      <a:pt x="812800" y="703202"/>
                    </a:lnTo>
                    <a:close/>
                  </a:path>
                </a:pathLst>
              </a:custGeom>
              <a:gradFill rotWithShape="1">
                <a:gsLst>
                  <a:gs pos="0">
                    <a:srgbClr val="CDFFD8">
                      <a:alpha val="100000"/>
                    </a:srgbClr>
                  </a:gs>
                  <a:gs pos="100000">
                    <a:srgbClr val="94B9FF">
                      <a:alpha val="100000"/>
                    </a:srgbClr>
                  </a:gs>
                </a:gsLst>
                <a:lin ang="0"/>
              </a:gradFill>
            </p:spPr>
          </p:sp>
          <p:sp>
            <p:nvSpPr>
              <p:cNvPr id="26" name="TextBox 26"/>
              <p:cNvSpPr txBox="1"/>
              <p:nvPr/>
            </p:nvSpPr>
            <p:spPr>
              <a:xfrm>
                <a:off x="0" y="146050"/>
                <a:ext cx="711200" cy="1057154"/>
              </a:xfrm>
              <a:prstGeom prst="rect">
                <a:avLst/>
              </a:prstGeom>
            </p:spPr>
            <p:txBody>
              <a:bodyPr lIns="50800" tIns="50800" rIns="50800" bIns="50800" rtlCol="0" anchor="ctr"/>
              <a:lstStyle/>
              <a:p>
                <a:pPr algn="ctr">
                  <a:lnSpc>
                    <a:spcPts val="2486"/>
                  </a:lnSpc>
                </a:pPr>
                <a:endParaRPr/>
              </a:p>
            </p:txBody>
          </p:sp>
        </p:grpSp>
        <p:grpSp>
          <p:nvGrpSpPr>
            <p:cNvPr id="27" name="Group 27"/>
            <p:cNvGrpSpPr/>
            <p:nvPr/>
          </p:nvGrpSpPr>
          <p:grpSpPr>
            <a:xfrm>
              <a:off x="1758123" y="3007515"/>
              <a:ext cx="3516247" cy="2637185"/>
              <a:chOff x="0" y="0"/>
              <a:chExt cx="812800" cy="609600"/>
            </a:xfrm>
          </p:grpSpPr>
          <p:sp>
            <p:nvSpPr>
              <p:cNvPr id="28" name="Freeform 28"/>
              <p:cNvSpPr/>
              <p:nvPr/>
            </p:nvSpPr>
            <p:spPr>
              <a:xfrm>
                <a:off x="0" y="0"/>
                <a:ext cx="812800" cy="609600"/>
              </a:xfrm>
              <a:custGeom>
                <a:avLst/>
                <a:gdLst/>
                <a:ahLst/>
                <a:cxnLst/>
                <a:rect l="l" t="t" r="r" b="b"/>
                <a:pathLst>
                  <a:path w="812800" h="609600">
                    <a:moveTo>
                      <a:pt x="609600" y="0"/>
                    </a:moveTo>
                    <a:lnTo>
                      <a:pt x="0" y="0"/>
                    </a:lnTo>
                    <a:lnTo>
                      <a:pt x="203200" y="609600"/>
                    </a:lnTo>
                    <a:lnTo>
                      <a:pt x="812800" y="609600"/>
                    </a:lnTo>
                    <a:lnTo>
                      <a:pt x="609600" y="0"/>
                    </a:lnTo>
                    <a:close/>
                  </a:path>
                </a:pathLst>
              </a:custGeom>
              <a:solidFill>
                <a:srgbClr val="144D5F"/>
              </a:solidFill>
            </p:spPr>
          </p:sp>
          <p:sp>
            <p:nvSpPr>
              <p:cNvPr id="29" name="TextBox 29"/>
              <p:cNvSpPr txBox="1"/>
              <p:nvPr/>
            </p:nvSpPr>
            <p:spPr>
              <a:xfrm>
                <a:off x="101600" y="-57150"/>
                <a:ext cx="609600" cy="666750"/>
              </a:xfrm>
              <a:prstGeom prst="rect">
                <a:avLst/>
              </a:prstGeom>
            </p:spPr>
            <p:txBody>
              <a:bodyPr lIns="50800" tIns="50800" rIns="50800" bIns="50800" rtlCol="0" anchor="ctr"/>
              <a:lstStyle/>
              <a:p>
                <a:pPr algn="ctr">
                  <a:lnSpc>
                    <a:spcPts val="2486"/>
                  </a:lnSpc>
                </a:pPr>
                <a:endParaRPr/>
              </a:p>
            </p:txBody>
          </p:sp>
        </p:grpSp>
        <p:grpSp>
          <p:nvGrpSpPr>
            <p:cNvPr id="30" name="Group 30"/>
            <p:cNvGrpSpPr/>
            <p:nvPr/>
          </p:nvGrpSpPr>
          <p:grpSpPr>
            <a:xfrm>
              <a:off x="435526" y="4326107"/>
              <a:ext cx="7183009" cy="1758123"/>
              <a:chOff x="0" y="0"/>
              <a:chExt cx="1660392" cy="406400"/>
            </a:xfrm>
          </p:grpSpPr>
          <p:sp>
            <p:nvSpPr>
              <p:cNvPr id="31" name="Freeform 31"/>
              <p:cNvSpPr/>
              <p:nvPr/>
            </p:nvSpPr>
            <p:spPr>
              <a:xfrm>
                <a:off x="0" y="0"/>
                <a:ext cx="1660392" cy="406400"/>
              </a:xfrm>
              <a:custGeom>
                <a:avLst/>
                <a:gdLst/>
                <a:ahLst/>
                <a:cxnLst/>
                <a:rect l="l" t="t" r="r" b="b"/>
                <a:pathLst>
                  <a:path w="1660392" h="406400">
                    <a:moveTo>
                      <a:pt x="1457192" y="0"/>
                    </a:moveTo>
                    <a:cubicBezTo>
                      <a:pt x="1569417" y="0"/>
                      <a:pt x="1660392" y="90976"/>
                      <a:pt x="1660392" y="203200"/>
                    </a:cubicBezTo>
                    <a:cubicBezTo>
                      <a:pt x="1660392" y="315424"/>
                      <a:pt x="1569417" y="406400"/>
                      <a:pt x="1457192" y="406400"/>
                    </a:cubicBezTo>
                    <a:lnTo>
                      <a:pt x="203200" y="406400"/>
                    </a:lnTo>
                    <a:cubicBezTo>
                      <a:pt x="90976" y="406400"/>
                      <a:pt x="0" y="315424"/>
                      <a:pt x="0" y="203200"/>
                    </a:cubicBezTo>
                    <a:cubicBezTo>
                      <a:pt x="0" y="90976"/>
                      <a:pt x="90976" y="0"/>
                      <a:pt x="203200" y="0"/>
                    </a:cubicBezTo>
                    <a:close/>
                  </a:path>
                </a:pathLst>
              </a:custGeom>
              <a:solidFill>
                <a:srgbClr val="46A0B1"/>
              </a:solidFill>
            </p:spPr>
          </p:sp>
          <p:sp>
            <p:nvSpPr>
              <p:cNvPr id="32" name="TextBox 32"/>
              <p:cNvSpPr txBox="1"/>
              <p:nvPr/>
            </p:nvSpPr>
            <p:spPr>
              <a:xfrm>
                <a:off x="0" y="-57150"/>
                <a:ext cx="1660392" cy="463550"/>
              </a:xfrm>
              <a:prstGeom prst="rect">
                <a:avLst/>
              </a:prstGeom>
            </p:spPr>
            <p:txBody>
              <a:bodyPr lIns="50800" tIns="50800" rIns="50800" bIns="50800" rtlCol="0" anchor="ctr"/>
              <a:lstStyle/>
              <a:p>
                <a:pPr algn="ctr">
                  <a:lnSpc>
                    <a:spcPts val="2486"/>
                  </a:lnSpc>
                </a:pPr>
                <a:endParaRPr/>
              </a:p>
            </p:txBody>
          </p:sp>
        </p:grpSp>
        <p:grpSp>
          <p:nvGrpSpPr>
            <p:cNvPr id="33" name="Group 33"/>
            <p:cNvGrpSpPr/>
            <p:nvPr/>
          </p:nvGrpSpPr>
          <p:grpSpPr>
            <a:xfrm>
              <a:off x="0" y="2929699"/>
              <a:ext cx="3516247" cy="3516247"/>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lnTo>
                      <a:pt x="0" y="406400"/>
                    </a:lnTo>
                    <a:lnTo>
                      <a:pt x="203200" y="406400"/>
                    </a:lnTo>
                    <a:lnTo>
                      <a:pt x="203200" y="812800"/>
                    </a:lnTo>
                    <a:lnTo>
                      <a:pt x="609600" y="812800"/>
                    </a:lnTo>
                    <a:lnTo>
                      <a:pt x="609600" y="406400"/>
                    </a:lnTo>
                    <a:lnTo>
                      <a:pt x="812800" y="406400"/>
                    </a:lnTo>
                    <a:lnTo>
                      <a:pt x="406400" y="0"/>
                    </a:lnTo>
                    <a:close/>
                  </a:path>
                </a:pathLst>
              </a:custGeom>
              <a:solidFill>
                <a:srgbClr val="46A0B1"/>
              </a:solidFill>
            </p:spPr>
          </p:sp>
          <p:sp>
            <p:nvSpPr>
              <p:cNvPr id="35" name="TextBox 35"/>
              <p:cNvSpPr txBox="1"/>
              <p:nvPr/>
            </p:nvSpPr>
            <p:spPr>
              <a:xfrm>
                <a:off x="203200" y="44450"/>
                <a:ext cx="406400" cy="768350"/>
              </a:xfrm>
              <a:prstGeom prst="rect">
                <a:avLst/>
              </a:prstGeom>
            </p:spPr>
            <p:txBody>
              <a:bodyPr lIns="50800" tIns="50800" rIns="50800" bIns="50800" rtlCol="0" anchor="ctr"/>
              <a:lstStyle/>
              <a:p>
                <a:pPr algn="ctr">
                  <a:lnSpc>
                    <a:spcPts val="2486"/>
                  </a:lnSpc>
                </a:pPr>
                <a:endParaRPr/>
              </a:p>
            </p:txBody>
          </p:sp>
        </p:grpSp>
        <p:grpSp>
          <p:nvGrpSpPr>
            <p:cNvPr id="36" name="Group 36"/>
            <p:cNvGrpSpPr/>
            <p:nvPr/>
          </p:nvGrpSpPr>
          <p:grpSpPr>
            <a:xfrm rot="-729709">
              <a:off x="3337933" y="1236507"/>
              <a:ext cx="3066014" cy="4599021"/>
              <a:chOff x="0" y="0"/>
              <a:chExt cx="406400" cy="609600"/>
            </a:xfrm>
          </p:grpSpPr>
          <p:sp>
            <p:nvSpPr>
              <p:cNvPr id="37" name="Freeform 37"/>
              <p:cNvSpPr/>
              <p:nvPr/>
            </p:nvSpPr>
            <p:spPr>
              <a:xfrm>
                <a:off x="0" y="0"/>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gradFill rotWithShape="1">
                <a:gsLst>
                  <a:gs pos="0">
                    <a:srgbClr val="CDFFD8">
                      <a:alpha val="60000"/>
                    </a:srgbClr>
                  </a:gs>
                  <a:gs pos="100000">
                    <a:srgbClr val="94B9FF">
                      <a:alpha val="60000"/>
                    </a:srgbClr>
                  </a:gs>
                </a:gsLst>
                <a:lin ang="0"/>
              </a:gradFill>
            </p:spPr>
          </p:sp>
          <p:sp>
            <p:nvSpPr>
              <p:cNvPr id="38" name="TextBox 38"/>
              <p:cNvSpPr txBox="1"/>
              <p:nvPr/>
            </p:nvSpPr>
            <p:spPr>
              <a:xfrm>
                <a:off x="101600" y="-57150"/>
                <a:ext cx="203200" cy="666750"/>
              </a:xfrm>
              <a:prstGeom prst="rect">
                <a:avLst/>
              </a:prstGeom>
            </p:spPr>
            <p:txBody>
              <a:bodyPr lIns="50800" tIns="50800" rIns="50800" bIns="50800" rtlCol="0" anchor="ctr"/>
              <a:lstStyle/>
              <a:p>
                <a:pPr algn="ctr">
                  <a:lnSpc>
                    <a:spcPts val="2486"/>
                  </a:lnSpc>
                </a:pPr>
                <a:endParaRPr/>
              </a:p>
            </p:txBody>
          </p:sp>
        </p:grpSp>
      </p:grpSp>
      <p:sp>
        <p:nvSpPr>
          <p:cNvPr id="39" name="Freeform 39"/>
          <p:cNvSpPr/>
          <p:nvPr/>
        </p:nvSpPr>
        <p:spPr>
          <a:xfrm>
            <a:off x="15245913" y="9258300"/>
            <a:ext cx="2595326" cy="648832"/>
          </a:xfrm>
          <a:custGeom>
            <a:avLst/>
            <a:gdLst/>
            <a:ahLst/>
            <a:cxnLst/>
            <a:rect l="l" t="t" r="r" b="b"/>
            <a:pathLst>
              <a:path w="2595326" h="648832">
                <a:moveTo>
                  <a:pt x="0" y="0"/>
                </a:moveTo>
                <a:lnTo>
                  <a:pt x="2595326" y="0"/>
                </a:lnTo>
                <a:lnTo>
                  <a:pt x="2595326" y="648832"/>
                </a:lnTo>
                <a:lnTo>
                  <a:pt x="0" y="648832"/>
                </a:lnTo>
                <a:lnTo>
                  <a:pt x="0" y="0"/>
                </a:lnTo>
                <a:close/>
              </a:path>
            </a:pathLst>
          </a:custGeom>
          <a:blipFill>
            <a:blip r:embed="rId6"/>
            <a:stretch>
              <a:fillRect/>
            </a:stretch>
          </a:blipFill>
        </p:spPr>
      </p:sp>
      <p:sp>
        <p:nvSpPr>
          <p:cNvPr id="40" name="TextBox 40"/>
          <p:cNvSpPr txBox="1"/>
          <p:nvPr/>
        </p:nvSpPr>
        <p:spPr>
          <a:xfrm>
            <a:off x="1028700" y="2103047"/>
            <a:ext cx="8428143" cy="971550"/>
          </a:xfrm>
          <a:prstGeom prst="rect">
            <a:avLst/>
          </a:prstGeom>
        </p:spPr>
        <p:txBody>
          <a:bodyPr lIns="0" tIns="0" rIns="0" bIns="0" rtlCol="0" anchor="t">
            <a:spAutoFit/>
          </a:bodyPr>
          <a:lstStyle/>
          <a:p>
            <a:pPr algn="l">
              <a:lnSpc>
                <a:spcPts val="7349"/>
              </a:lnSpc>
            </a:pPr>
            <a:r>
              <a:rPr lang="en-US" sz="6999" spc="139">
                <a:solidFill>
                  <a:srgbClr val="FEFEFF"/>
                </a:solidFill>
                <a:latin typeface="Norwester"/>
                <a:ea typeface="Norwester"/>
                <a:cs typeface="Norwester"/>
                <a:sym typeface="Norwester"/>
              </a:rPr>
              <a:t>MENJADI UI DESIGNER</a:t>
            </a:r>
          </a:p>
        </p:txBody>
      </p:sp>
      <p:sp>
        <p:nvSpPr>
          <p:cNvPr id="41" name="TextBox 41"/>
          <p:cNvSpPr txBox="1"/>
          <p:nvPr/>
        </p:nvSpPr>
        <p:spPr>
          <a:xfrm>
            <a:off x="1028700" y="1428495"/>
            <a:ext cx="4346228" cy="417377"/>
          </a:xfrm>
          <a:prstGeom prst="rect">
            <a:avLst/>
          </a:prstGeom>
        </p:spPr>
        <p:txBody>
          <a:bodyPr lIns="0" tIns="0" rIns="0" bIns="0" rtlCol="0" anchor="t">
            <a:spAutoFit/>
          </a:bodyPr>
          <a:lstStyle/>
          <a:p>
            <a:pPr algn="l">
              <a:lnSpc>
                <a:spcPts val="3442"/>
              </a:lnSpc>
              <a:spcBef>
                <a:spcPct val="0"/>
              </a:spcBef>
            </a:pPr>
            <a:r>
              <a:rPr lang="en-US" sz="2295" b="1" spc="275">
                <a:solidFill>
                  <a:srgbClr val="FEFEFF"/>
                </a:solidFill>
                <a:latin typeface="Inter Semi-Bold"/>
                <a:ea typeface="Inter Semi-Bold"/>
                <a:cs typeface="Inter Semi-Bold"/>
                <a:sym typeface="Inter Semi-Bold"/>
              </a:rPr>
              <a:t>8 Langkah Cara Memulai </a:t>
            </a:r>
          </a:p>
        </p:txBody>
      </p:sp>
      <p:sp>
        <p:nvSpPr>
          <p:cNvPr id="42" name="TextBox 42"/>
          <p:cNvSpPr txBox="1"/>
          <p:nvPr/>
        </p:nvSpPr>
        <p:spPr>
          <a:xfrm>
            <a:off x="1028700" y="3179372"/>
            <a:ext cx="11809477" cy="407852"/>
          </a:xfrm>
          <a:prstGeom prst="rect">
            <a:avLst/>
          </a:prstGeom>
        </p:spPr>
        <p:txBody>
          <a:bodyPr lIns="0" tIns="0" rIns="0" bIns="0" rtlCol="0" anchor="t">
            <a:spAutoFit/>
          </a:bodyPr>
          <a:lstStyle/>
          <a:p>
            <a:pPr algn="l">
              <a:lnSpc>
                <a:spcPts val="3442"/>
              </a:lnSpc>
              <a:spcBef>
                <a:spcPct val="0"/>
              </a:spcBef>
            </a:pPr>
            <a:r>
              <a:rPr lang="en-US" sz="2295" b="1" spc="275">
                <a:solidFill>
                  <a:srgbClr val="FEFEFF"/>
                </a:solidFill>
                <a:latin typeface="Inter Bold"/>
                <a:ea typeface="Inter Bold"/>
                <a:cs typeface="Inter Bold"/>
                <a:sym typeface="Inter Bold"/>
              </a:rPr>
              <a:t>  3. Mencari Sumber Referensi</a:t>
            </a:r>
          </a:p>
        </p:txBody>
      </p:sp>
      <p:sp>
        <p:nvSpPr>
          <p:cNvPr id="43" name="TextBox 43"/>
          <p:cNvSpPr txBox="1"/>
          <p:nvPr/>
        </p:nvSpPr>
        <p:spPr>
          <a:xfrm>
            <a:off x="1458433" y="3691999"/>
            <a:ext cx="13881496" cy="2550977"/>
          </a:xfrm>
          <a:prstGeom prst="rect">
            <a:avLst/>
          </a:prstGeom>
        </p:spPr>
        <p:txBody>
          <a:bodyPr lIns="0" tIns="0" rIns="0" bIns="0" rtlCol="0" anchor="t">
            <a:spAutoFit/>
          </a:bodyPr>
          <a:lstStyle/>
          <a:p>
            <a:pPr algn="l">
              <a:lnSpc>
                <a:spcPts val="3442"/>
              </a:lnSpc>
            </a:pPr>
            <a:r>
              <a:rPr lang="en-US" sz="2295" spc="275">
                <a:solidFill>
                  <a:srgbClr val="FEFEFF"/>
                </a:solidFill>
                <a:latin typeface="Inter"/>
                <a:ea typeface="Inter"/>
                <a:cs typeface="Inter"/>
                <a:sym typeface="Inter"/>
              </a:rPr>
              <a:t>Sebagai UI/UX designer anda perlu mencari sumber referensi ide sebanyak-banyaknya.</a:t>
            </a:r>
          </a:p>
          <a:p>
            <a:pPr algn="l">
              <a:lnSpc>
                <a:spcPts val="3442"/>
              </a:lnSpc>
            </a:pPr>
            <a:endParaRPr lang="en-US" sz="2295" spc="275">
              <a:solidFill>
                <a:srgbClr val="FEFEFF"/>
              </a:solidFill>
              <a:latin typeface="Inter"/>
              <a:ea typeface="Inter"/>
              <a:cs typeface="Inter"/>
              <a:sym typeface="Inter"/>
            </a:endParaRPr>
          </a:p>
          <a:p>
            <a:pPr algn="l">
              <a:lnSpc>
                <a:spcPts val="3442"/>
              </a:lnSpc>
            </a:pPr>
            <a:r>
              <a:rPr lang="en-US" sz="2295" spc="275">
                <a:solidFill>
                  <a:srgbClr val="FEFEFF"/>
                </a:solidFill>
                <a:latin typeface="Inter"/>
                <a:ea typeface="Inter"/>
                <a:cs typeface="Inter"/>
                <a:sym typeface="Inter"/>
              </a:rPr>
              <a:t>Seseorang yang mengembangkan desain harus banyak belajar juga dari sumber-sumber seperti buku, website, Youtube, dan lain sebagainya. Sehingga menghasilkan design yang menarik dan tidak monoton.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2940"/>
        </a:solidFill>
        <a:effectLst/>
      </p:bgPr>
    </p:bg>
    <p:spTree>
      <p:nvGrpSpPr>
        <p:cNvPr id="1" name=""/>
        <p:cNvGrpSpPr/>
        <p:nvPr/>
      </p:nvGrpSpPr>
      <p:grpSpPr>
        <a:xfrm>
          <a:off x="0" y="0"/>
          <a:ext cx="0" cy="0"/>
          <a:chOff x="0" y="0"/>
          <a:chExt cx="0" cy="0"/>
        </a:xfrm>
      </p:grpSpPr>
      <p:sp>
        <p:nvSpPr>
          <p:cNvPr id="2" name="Freeform 2"/>
          <p:cNvSpPr/>
          <p:nvPr/>
        </p:nvSpPr>
        <p:spPr>
          <a:xfrm>
            <a:off x="9525"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15000"/>
            </a:blip>
            <a:stretch>
              <a:fillRect/>
            </a:stretch>
          </a:blipFill>
        </p:spPr>
      </p:sp>
      <p:grpSp>
        <p:nvGrpSpPr>
          <p:cNvPr id="3" name="Group 3"/>
          <p:cNvGrpSpPr/>
          <p:nvPr/>
        </p:nvGrpSpPr>
        <p:grpSpPr>
          <a:xfrm>
            <a:off x="7510084" y="732996"/>
            <a:ext cx="3267833" cy="591408"/>
            <a:chOff x="0" y="0"/>
            <a:chExt cx="4357110" cy="788544"/>
          </a:xfrm>
        </p:grpSpPr>
        <p:sp>
          <p:nvSpPr>
            <p:cNvPr id="4" name="Freeform 4"/>
            <p:cNvSpPr/>
            <p:nvPr/>
          </p:nvSpPr>
          <p:spPr>
            <a:xfrm>
              <a:off x="0" y="0"/>
              <a:ext cx="732988" cy="732988"/>
            </a:xfrm>
            <a:custGeom>
              <a:avLst/>
              <a:gdLst/>
              <a:ahLst/>
              <a:cxnLst/>
              <a:rect l="l" t="t" r="r" b="b"/>
              <a:pathLst>
                <a:path w="732988" h="732988">
                  <a:moveTo>
                    <a:pt x="0" y="0"/>
                  </a:moveTo>
                  <a:lnTo>
                    <a:pt x="732988" y="0"/>
                  </a:lnTo>
                  <a:lnTo>
                    <a:pt x="732988" y="732988"/>
                  </a:lnTo>
                  <a:lnTo>
                    <a:pt x="0" y="732988"/>
                  </a:lnTo>
                  <a:lnTo>
                    <a:pt x="0" y="0"/>
                  </a:lnTo>
                  <a:close/>
                </a:path>
              </a:pathLst>
            </a:custGeom>
            <a:blipFill>
              <a:blip r:embed="rId3"/>
              <a:stretch>
                <a:fillRect/>
              </a:stretch>
            </a:blipFill>
          </p:spPr>
        </p:sp>
        <p:sp>
          <p:nvSpPr>
            <p:cNvPr id="5" name="Freeform 5"/>
            <p:cNvSpPr/>
            <p:nvPr/>
          </p:nvSpPr>
          <p:spPr>
            <a:xfrm>
              <a:off x="935429" y="0"/>
              <a:ext cx="732988" cy="732988"/>
            </a:xfrm>
            <a:custGeom>
              <a:avLst/>
              <a:gdLst/>
              <a:ahLst/>
              <a:cxnLst/>
              <a:rect l="l" t="t" r="r" b="b"/>
              <a:pathLst>
                <a:path w="732988" h="732988">
                  <a:moveTo>
                    <a:pt x="0" y="0"/>
                  </a:moveTo>
                  <a:lnTo>
                    <a:pt x="732988" y="0"/>
                  </a:lnTo>
                  <a:lnTo>
                    <a:pt x="732988" y="732988"/>
                  </a:lnTo>
                  <a:lnTo>
                    <a:pt x="0" y="732988"/>
                  </a:lnTo>
                  <a:lnTo>
                    <a:pt x="0" y="0"/>
                  </a:lnTo>
                  <a:close/>
                </a:path>
              </a:pathLst>
            </a:custGeom>
            <a:blipFill>
              <a:blip r:embed="rId4"/>
              <a:stretch>
                <a:fillRect/>
              </a:stretch>
            </a:blipFill>
          </p:spPr>
        </p:sp>
        <p:sp>
          <p:nvSpPr>
            <p:cNvPr id="6" name="Freeform 6"/>
            <p:cNvSpPr/>
            <p:nvPr/>
          </p:nvSpPr>
          <p:spPr>
            <a:xfrm>
              <a:off x="1872405" y="55556"/>
              <a:ext cx="2484706" cy="732988"/>
            </a:xfrm>
            <a:custGeom>
              <a:avLst/>
              <a:gdLst/>
              <a:ahLst/>
              <a:cxnLst/>
              <a:rect l="l" t="t" r="r" b="b"/>
              <a:pathLst>
                <a:path w="2484706" h="732988">
                  <a:moveTo>
                    <a:pt x="0" y="0"/>
                  </a:moveTo>
                  <a:lnTo>
                    <a:pt x="2484705" y="0"/>
                  </a:lnTo>
                  <a:lnTo>
                    <a:pt x="2484705" y="732988"/>
                  </a:lnTo>
                  <a:lnTo>
                    <a:pt x="0" y="732988"/>
                  </a:lnTo>
                  <a:lnTo>
                    <a:pt x="0" y="0"/>
                  </a:lnTo>
                  <a:close/>
                </a:path>
              </a:pathLst>
            </a:custGeom>
            <a:blipFill>
              <a:blip r:embed="rId5"/>
              <a:stretch>
                <a:fillRect/>
              </a:stretch>
            </a:blipFill>
          </p:spPr>
        </p:sp>
      </p:grpSp>
      <p:grpSp>
        <p:nvGrpSpPr>
          <p:cNvPr id="7" name="Group 7"/>
          <p:cNvGrpSpPr/>
          <p:nvPr/>
        </p:nvGrpSpPr>
        <p:grpSpPr>
          <a:xfrm>
            <a:off x="13819395" y="-1307921"/>
            <a:ext cx="7040355" cy="6307586"/>
            <a:chOff x="0" y="0"/>
            <a:chExt cx="9387141" cy="8410115"/>
          </a:xfrm>
        </p:grpSpPr>
        <p:grpSp>
          <p:nvGrpSpPr>
            <p:cNvPr id="8" name="Group 8"/>
            <p:cNvGrpSpPr/>
            <p:nvPr/>
          </p:nvGrpSpPr>
          <p:grpSpPr>
            <a:xfrm>
              <a:off x="4693570" y="0"/>
              <a:ext cx="4693570" cy="8410115"/>
              <a:chOff x="0" y="0"/>
              <a:chExt cx="948267" cy="1699140"/>
            </a:xfrm>
          </p:grpSpPr>
          <p:sp>
            <p:nvSpPr>
              <p:cNvPr id="9" name="Freeform 9"/>
              <p:cNvSpPr/>
              <p:nvPr/>
            </p:nvSpPr>
            <p:spPr>
              <a:xfrm>
                <a:off x="0" y="0"/>
                <a:ext cx="948267" cy="1699140"/>
              </a:xfrm>
              <a:custGeom>
                <a:avLst/>
                <a:gdLst/>
                <a:ahLst/>
                <a:cxnLst/>
                <a:rect l="l" t="t" r="r" b="b"/>
                <a:pathLst>
                  <a:path w="948267" h="1699140">
                    <a:moveTo>
                      <a:pt x="0" y="849570"/>
                    </a:moveTo>
                    <a:lnTo>
                      <a:pt x="406400" y="0"/>
                    </a:lnTo>
                    <a:lnTo>
                      <a:pt x="406400" y="203200"/>
                    </a:lnTo>
                    <a:lnTo>
                      <a:pt x="948267" y="203200"/>
                    </a:lnTo>
                    <a:lnTo>
                      <a:pt x="948267" y="1495940"/>
                    </a:lnTo>
                    <a:lnTo>
                      <a:pt x="406400" y="1495940"/>
                    </a:lnTo>
                    <a:lnTo>
                      <a:pt x="406400" y="1699140"/>
                    </a:lnTo>
                    <a:lnTo>
                      <a:pt x="0" y="849570"/>
                    </a:lnTo>
                    <a:close/>
                  </a:path>
                </a:pathLst>
              </a:custGeom>
              <a:gradFill rotWithShape="1">
                <a:gsLst>
                  <a:gs pos="0">
                    <a:srgbClr val="CDFFD8">
                      <a:alpha val="100000"/>
                    </a:srgbClr>
                  </a:gs>
                  <a:gs pos="100000">
                    <a:srgbClr val="94B9FF">
                      <a:alpha val="100000"/>
                    </a:srgbClr>
                  </a:gs>
                </a:gsLst>
                <a:lin ang="0"/>
              </a:gradFill>
            </p:spPr>
          </p:sp>
          <p:sp>
            <p:nvSpPr>
              <p:cNvPr id="10" name="TextBox 10"/>
              <p:cNvSpPr txBox="1"/>
              <p:nvPr/>
            </p:nvSpPr>
            <p:spPr>
              <a:xfrm>
                <a:off x="101600" y="146050"/>
                <a:ext cx="846667" cy="1349890"/>
              </a:xfrm>
              <a:prstGeom prst="rect">
                <a:avLst/>
              </a:prstGeom>
            </p:spPr>
            <p:txBody>
              <a:bodyPr lIns="50800" tIns="50800" rIns="50800" bIns="50800" rtlCol="0" anchor="ctr"/>
              <a:lstStyle/>
              <a:p>
                <a:pPr algn="ctr">
                  <a:lnSpc>
                    <a:spcPts val="2486"/>
                  </a:lnSpc>
                </a:pPr>
                <a:endParaRPr/>
              </a:p>
            </p:txBody>
          </p:sp>
        </p:grpSp>
        <p:grpSp>
          <p:nvGrpSpPr>
            <p:cNvPr id="11" name="Group 11"/>
            <p:cNvGrpSpPr/>
            <p:nvPr/>
          </p:nvGrpSpPr>
          <p:grpSpPr>
            <a:xfrm>
              <a:off x="2682040" y="2390174"/>
              <a:ext cx="4023060" cy="1814884"/>
              <a:chOff x="0" y="0"/>
              <a:chExt cx="812800" cy="366671"/>
            </a:xfrm>
          </p:grpSpPr>
          <p:sp>
            <p:nvSpPr>
              <p:cNvPr id="12" name="Freeform 12"/>
              <p:cNvSpPr/>
              <p:nvPr/>
            </p:nvSpPr>
            <p:spPr>
              <a:xfrm>
                <a:off x="0" y="0"/>
                <a:ext cx="812800" cy="366671"/>
              </a:xfrm>
              <a:custGeom>
                <a:avLst/>
                <a:gdLst/>
                <a:ahLst/>
                <a:cxnLst/>
                <a:rect l="l" t="t" r="r" b="b"/>
                <a:pathLst>
                  <a:path w="812800" h="366671">
                    <a:moveTo>
                      <a:pt x="609600" y="0"/>
                    </a:moveTo>
                    <a:lnTo>
                      <a:pt x="0" y="0"/>
                    </a:lnTo>
                    <a:lnTo>
                      <a:pt x="203200" y="366671"/>
                    </a:lnTo>
                    <a:lnTo>
                      <a:pt x="812800" y="366671"/>
                    </a:lnTo>
                    <a:lnTo>
                      <a:pt x="609600" y="0"/>
                    </a:lnTo>
                    <a:close/>
                  </a:path>
                </a:pathLst>
              </a:custGeom>
              <a:solidFill>
                <a:srgbClr val="144D5F"/>
              </a:solidFill>
            </p:spPr>
          </p:sp>
          <p:sp>
            <p:nvSpPr>
              <p:cNvPr id="13" name="TextBox 13"/>
              <p:cNvSpPr txBox="1"/>
              <p:nvPr/>
            </p:nvSpPr>
            <p:spPr>
              <a:xfrm>
                <a:off x="101600" y="-57150"/>
                <a:ext cx="609600" cy="423821"/>
              </a:xfrm>
              <a:prstGeom prst="rect">
                <a:avLst/>
              </a:prstGeom>
            </p:spPr>
            <p:txBody>
              <a:bodyPr lIns="50800" tIns="50800" rIns="50800" bIns="50800" rtlCol="0" anchor="ctr"/>
              <a:lstStyle/>
              <a:p>
                <a:pPr algn="ctr">
                  <a:lnSpc>
                    <a:spcPts val="2486"/>
                  </a:lnSpc>
                </a:pPr>
                <a:endParaRPr/>
              </a:p>
            </p:txBody>
          </p:sp>
        </p:grpSp>
        <p:grpSp>
          <p:nvGrpSpPr>
            <p:cNvPr id="14" name="Group 14"/>
            <p:cNvGrpSpPr/>
            <p:nvPr/>
          </p:nvGrpSpPr>
          <p:grpSpPr>
            <a:xfrm>
              <a:off x="0" y="500864"/>
              <a:ext cx="7716008" cy="2011530"/>
              <a:chOff x="0" y="0"/>
              <a:chExt cx="1558906" cy="406400"/>
            </a:xfrm>
          </p:grpSpPr>
          <p:sp>
            <p:nvSpPr>
              <p:cNvPr id="15" name="Freeform 15"/>
              <p:cNvSpPr/>
              <p:nvPr/>
            </p:nvSpPr>
            <p:spPr>
              <a:xfrm>
                <a:off x="0" y="0"/>
                <a:ext cx="1558906" cy="406400"/>
              </a:xfrm>
              <a:custGeom>
                <a:avLst/>
                <a:gdLst/>
                <a:ahLst/>
                <a:cxnLst/>
                <a:rect l="l" t="t" r="r" b="b"/>
                <a:pathLst>
                  <a:path w="1558906" h="406400">
                    <a:moveTo>
                      <a:pt x="1355706" y="0"/>
                    </a:moveTo>
                    <a:cubicBezTo>
                      <a:pt x="1467930" y="0"/>
                      <a:pt x="1558906" y="90976"/>
                      <a:pt x="1558906" y="203200"/>
                    </a:cubicBezTo>
                    <a:cubicBezTo>
                      <a:pt x="1558906" y="315424"/>
                      <a:pt x="1467930" y="406400"/>
                      <a:pt x="1355706" y="406400"/>
                    </a:cubicBezTo>
                    <a:lnTo>
                      <a:pt x="203200" y="406400"/>
                    </a:lnTo>
                    <a:cubicBezTo>
                      <a:pt x="90976" y="406400"/>
                      <a:pt x="0" y="315424"/>
                      <a:pt x="0" y="203200"/>
                    </a:cubicBezTo>
                    <a:cubicBezTo>
                      <a:pt x="0" y="90976"/>
                      <a:pt x="90976" y="0"/>
                      <a:pt x="203200" y="0"/>
                    </a:cubicBezTo>
                    <a:close/>
                  </a:path>
                </a:pathLst>
              </a:custGeom>
              <a:solidFill>
                <a:srgbClr val="46A0B1"/>
              </a:solidFill>
            </p:spPr>
          </p:sp>
          <p:sp>
            <p:nvSpPr>
              <p:cNvPr id="16" name="TextBox 16"/>
              <p:cNvSpPr txBox="1"/>
              <p:nvPr/>
            </p:nvSpPr>
            <p:spPr>
              <a:xfrm>
                <a:off x="0" y="-57150"/>
                <a:ext cx="1558906" cy="463550"/>
              </a:xfrm>
              <a:prstGeom prst="rect">
                <a:avLst/>
              </a:prstGeom>
            </p:spPr>
            <p:txBody>
              <a:bodyPr lIns="50800" tIns="50800" rIns="50800" bIns="50800" rtlCol="0" anchor="ctr"/>
              <a:lstStyle/>
              <a:p>
                <a:pPr algn="ctr">
                  <a:lnSpc>
                    <a:spcPts val="2486"/>
                  </a:lnSpc>
                </a:pPr>
                <a:endParaRPr/>
              </a:p>
            </p:txBody>
          </p:sp>
        </p:grpSp>
        <p:grpSp>
          <p:nvGrpSpPr>
            <p:cNvPr id="17" name="Group 17"/>
            <p:cNvGrpSpPr/>
            <p:nvPr/>
          </p:nvGrpSpPr>
          <p:grpSpPr>
            <a:xfrm>
              <a:off x="4693570" y="181997"/>
              <a:ext cx="4023060" cy="4023060"/>
              <a:chOff x="0" y="0"/>
              <a:chExt cx="812800" cy="812800"/>
            </a:xfrm>
          </p:grpSpPr>
          <p:sp>
            <p:nvSpPr>
              <p:cNvPr id="18" name="Freeform 18"/>
              <p:cNvSpPr/>
              <p:nvPr/>
            </p:nvSpPr>
            <p:spPr>
              <a:xfrm>
                <a:off x="0" y="0"/>
                <a:ext cx="812800" cy="812800"/>
              </a:xfrm>
              <a:custGeom>
                <a:avLst/>
                <a:gdLst/>
                <a:ahLst/>
                <a:cxnLst/>
                <a:rect l="l" t="t" r="r" b="b"/>
                <a:pathLst>
                  <a:path w="812800" h="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46A0B1"/>
              </a:solidFill>
            </p:spPr>
          </p:sp>
          <p:sp>
            <p:nvSpPr>
              <p:cNvPr id="19" name="TextBox 19"/>
              <p:cNvSpPr txBox="1"/>
              <p:nvPr/>
            </p:nvSpPr>
            <p:spPr>
              <a:xfrm>
                <a:off x="203200" y="-57150"/>
                <a:ext cx="406400" cy="768350"/>
              </a:xfrm>
              <a:prstGeom prst="rect">
                <a:avLst/>
              </a:prstGeom>
            </p:spPr>
            <p:txBody>
              <a:bodyPr lIns="50800" tIns="50800" rIns="50800" bIns="50800" rtlCol="0" anchor="ctr"/>
              <a:lstStyle/>
              <a:p>
                <a:pPr algn="ctr">
                  <a:lnSpc>
                    <a:spcPts val="2486"/>
                  </a:lnSpc>
                </a:pPr>
                <a:endParaRPr/>
              </a:p>
            </p:txBody>
          </p:sp>
        </p:grpSp>
        <p:grpSp>
          <p:nvGrpSpPr>
            <p:cNvPr id="20" name="Group 20"/>
            <p:cNvGrpSpPr/>
            <p:nvPr/>
          </p:nvGrpSpPr>
          <p:grpSpPr>
            <a:xfrm rot="-421994">
              <a:off x="1547198" y="1087681"/>
              <a:ext cx="3507933" cy="5261900"/>
              <a:chOff x="0" y="0"/>
              <a:chExt cx="406400" cy="609600"/>
            </a:xfrm>
          </p:grpSpPr>
          <p:sp>
            <p:nvSpPr>
              <p:cNvPr id="21" name="Freeform 21"/>
              <p:cNvSpPr/>
              <p:nvPr/>
            </p:nvSpPr>
            <p:spPr>
              <a:xfrm>
                <a:off x="0" y="0"/>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gradFill rotWithShape="1">
                <a:gsLst>
                  <a:gs pos="0">
                    <a:srgbClr val="CDFFD8">
                      <a:alpha val="60000"/>
                    </a:srgbClr>
                  </a:gs>
                  <a:gs pos="100000">
                    <a:srgbClr val="94B9FF">
                      <a:alpha val="60000"/>
                    </a:srgbClr>
                  </a:gs>
                </a:gsLst>
                <a:lin ang="0"/>
              </a:gradFill>
            </p:spPr>
          </p:sp>
          <p:sp>
            <p:nvSpPr>
              <p:cNvPr id="22" name="TextBox 22"/>
              <p:cNvSpPr txBox="1"/>
              <p:nvPr/>
            </p:nvSpPr>
            <p:spPr>
              <a:xfrm>
                <a:off x="101600" y="-57150"/>
                <a:ext cx="203200" cy="666750"/>
              </a:xfrm>
              <a:prstGeom prst="rect">
                <a:avLst/>
              </a:prstGeom>
            </p:spPr>
            <p:txBody>
              <a:bodyPr lIns="50800" tIns="50800" rIns="50800" bIns="50800" rtlCol="0" anchor="ctr"/>
              <a:lstStyle/>
              <a:p>
                <a:pPr algn="ctr">
                  <a:lnSpc>
                    <a:spcPts val="2486"/>
                  </a:lnSpc>
                </a:pPr>
                <a:endParaRPr/>
              </a:p>
            </p:txBody>
          </p:sp>
        </p:grpSp>
      </p:grpSp>
      <p:grpSp>
        <p:nvGrpSpPr>
          <p:cNvPr id="23" name="Group 23"/>
          <p:cNvGrpSpPr/>
          <p:nvPr/>
        </p:nvGrpSpPr>
        <p:grpSpPr>
          <a:xfrm>
            <a:off x="-1705191" y="6469644"/>
            <a:ext cx="5713901" cy="4834459"/>
            <a:chOff x="0" y="0"/>
            <a:chExt cx="7618535" cy="6445946"/>
          </a:xfrm>
        </p:grpSpPr>
        <p:grpSp>
          <p:nvGrpSpPr>
            <p:cNvPr id="24" name="Group 24"/>
            <p:cNvGrpSpPr/>
            <p:nvPr/>
          </p:nvGrpSpPr>
          <p:grpSpPr>
            <a:xfrm>
              <a:off x="0" y="0"/>
              <a:ext cx="3516247" cy="6084231"/>
              <a:chOff x="0" y="0"/>
              <a:chExt cx="812800" cy="1406404"/>
            </a:xfrm>
          </p:grpSpPr>
          <p:sp>
            <p:nvSpPr>
              <p:cNvPr id="25" name="Freeform 25"/>
              <p:cNvSpPr/>
              <p:nvPr/>
            </p:nvSpPr>
            <p:spPr>
              <a:xfrm>
                <a:off x="0" y="0"/>
                <a:ext cx="812800" cy="1406404"/>
              </a:xfrm>
              <a:custGeom>
                <a:avLst/>
                <a:gdLst/>
                <a:ahLst/>
                <a:cxnLst/>
                <a:rect l="l" t="t" r="r" b="b"/>
                <a:pathLst>
                  <a:path w="812800" h="1406404">
                    <a:moveTo>
                      <a:pt x="812800" y="703202"/>
                    </a:moveTo>
                    <a:lnTo>
                      <a:pt x="406400" y="0"/>
                    </a:lnTo>
                    <a:lnTo>
                      <a:pt x="406400" y="203200"/>
                    </a:lnTo>
                    <a:lnTo>
                      <a:pt x="0" y="203200"/>
                    </a:lnTo>
                    <a:lnTo>
                      <a:pt x="0" y="1203204"/>
                    </a:lnTo>
                    <a:lnTo>
                      <a:pt x="406400" y="1203204"/>
                    </a:lnTo>
                    <a:lnTo>
                      <a:pt x="406400" y="1406404"/>
                    </a:lnTo>
                    <a:lnTo>
                      <a:pt x="812800" y="703202"/>
                    </a:lnTo>
                    <a:close/>
                  </a:path>
                </a:pathLst>
              </a:custGeom>
              <a:gradFill rotWithShape="1">
                <a:gsLst>
                  <a:gs pos="0">
                    <a:srgbClr val="CDFFD8">
                      <a:alpha val="100000"/>
                    </a:srgbClr>
                  </a:gs>
                  <a:gs pos="100000">
                    <a:srgbClr val="94B9FF">
                      <a:alpha val="100000"/>
                    </a:srgbClr>
                  </a:gs>
                </a:gsLst>
                <a:lin ang="0"/>
              </a:gradFill>
            </p:spPr>
          </p:sp>
          <p:sp>
            <p:nvSpPr>
              <p:cNvPr id="26" name="TextBox 26"/>
              <p:cNvSpPr txBox="1"/>
              <p:nvPr/>
            </p:nvSpPr>
            <p:spPr>
              <a:xfrm>
                <a:off x="0" y="146050"/>
                <a:ext cx="711200" cy="1057154"/>
              </a:xfrm>
              <a:prstGeom prst="rect">
                <a:avLst/>
              </a:prstGeom>
            </p:spPr>
            <p:txBody>
              <a:bodyPr lIns="50800" tIns="50800" rIns="50800" bIns="50800" rtlCol="0" anchor="ctr"/>
              <a:lstStyle/>
              <a:p>
                <a:pPr algn="ctr">
                  <a:lnSpc>
                    <a:spcPts val="2486"/>
                  </a:lnSpc>
                </a:pPr>
                <a:endParaRPr/>
              </a:p>
            </p:txBody>
          </p:sp>
        </p:grpSp>
        <p:grpSp>
          <p:nvGrpSpPr>
            <p:cNvPr id="27" name="Group 27"/>
            <p:cNvGrpSpPr/>
            <p:nvPr/>
          </p:nvGrpSpPr>
          <p:grpSpPr>
            <a:xfrm>
              <a:off x="1758123" y="3007515"/>
              <a:ext cx="3516247" cy="2637185"/>
              <a:chOff x="0" y="0"/>
              <a:chExt cx="812800" cy="609600"/>
            </a:xfrm>
          </p:grpSpPr>
          <p:sp>
            <p:nvSpPr>
              <p:cNvPr id="28" name="Freeform 28"/>
              <p:cNvSpPr/>
              <p:nvPr/>
            </p:nvSpPr>
            <p:spPr>
              <a:xfrm>
                <a:off x="0" y="0"/>
                <a:ext cx="812800" cy="609600"/>
              </a:xfrm>
              <a:custGeom>
                <a:avLst/>
                <a:gdLst/>
                <a:ahLst/>
                <a:cxnLst/>
                <a:rect l="l" t="t" r="r" b="b"/>
                <a:pathLst>
                  <a:path w="812800" h="609600">
                    <a:moveTo>
                      <a:pt x="609600" y="0"/>
                    </a:moveTo>
                    <a:lnTo>
                      <a:pt x="0" y="0"/>
                    </a:lnTo>
                    <a:lnTo>
                      <a:pt x="203200" y="609600"/>
                    </a:lnTo>
                    <a:lnTo>
                      <a:pt x="812800" y="609600"/>
                    </a:lnTo>
                    <a:lnTo>
                      <a:pt x="609600" y="0"/>
                    </a:lnTo>
                    <a:close/>
                  </a:path>
                </a:pathLst>
              </a:custGeom>
              <a:solidFill>
                <a:srgbClr val="144D5F"/>
              </a:solidFill>
            </p:spPr>
          </p:sp>
          <p:sp>
            <p:nvSpPr>
              <p:cNvPr id="29" name="TextBox 29"/>
              <p:cNvSpPr txBox="1"/>
              <p:nvPr/>
            </p:nvSpPr>
            <p:spPr>
              <a:xfrm>
                <a:off x="101600" y="-57150"/>
                <a:ext cx="609600" cy="666750"/>
              </a:xfrm>
              <a:prstGeom prst="rect">
                <a:avLst/>
              </a:prstGeom>
            </p:spPr>
            <p:txBody>
              <a:bodyPr lIns="50800" tIns="50800" rIns="50800" bIns="50800" rtlCol="0" anchor="ctr"/>
              <a:lstStyle/>
              <a:p>
                <a:pPr algn="ctr">
                  <a:lnSpc>
                    <a:spcPts val="2486"/>
                  </a:lnSpc>
                </a:pPr>
                <a:endParaRPr/>
              </a:p>
            </p:txBody>
          </p:sp>
        </p:grpSp>
        <p:grpSp>
          <p:nvGrpSpPr>
            <p:cNvPr id="30" name="Group 30"/>
            <p:cNvGrpSpPr/>
            <p:nvPr/>
          </p:nvGrpSpPr>
          <p:grpSpPr>
            <a:xfrm>
              <a:off x="435526" y="4326107"/>
              <a:ext cx="7183009" cy="1758123"/>
              <a:chOff x="0" y="0"/>
              <a:chExt cx="1660392" cy="406400"/>
            </a:xfrm>
          </p:grpSpPr>
          <p:sp>
            <p:nvSpPr>
              <p:cNvPr id="31" name="Freeform 31"/>
              <p:cNvSpPr/>
              <p:nvPr/>
            </p:nvSpPr>
            <p:spPr>
              <a:xfrm>
                <a:off x="0" y="0"/>
                <a:ext cx="1660392" cy="406400"/>
              </a:xfrm>
              <a:custGeom>
                <a:avLst/>
                <a:gdLst/>
                <a:ahLst/>
                <a:cxnLst/>
                <a:rect l="l" t="t" r="r" b="b"/>
                <a:pathLst>
                  <a:path w="1660392" h="406400">
                    <a:moveTo>
                      <a:pt x="1457192" y="0"/>
                    </a:moveTo>
                    <a:cubicBezTo>
                      <a:pt x="1569417" y="0"/>
                      <a:pt x="1660392" y="90976"/>
                      <a:pt x="1660392" y="203200"/>
                    </a:cubicBezTo>
                    <a:cubicBezTo>
                      <a:pt x="1660392" y="315424"/>
                      <a:pt x="1569417" y="406400"/>
                      <a:pt x="1457192" y="406400"/>
                    </a:cubicBezTo>
                    <a:lnTo>
                      <a:pt x="203200" y="406400"/>
                    </a:lnTo>
                    <a:cubicBezTo>
                      <a:pt x="90976" y="406400"/>
                      <a:pt x="0" y="315424"/>
                      <a:pt x="0" y="203200"/>
                    </a:cubicBezTo>
                    <a:cubicBezTo>
                      <a:pt x="0" y="90976"/>
                      <a:pt x="90976" y="0"/>
                      <a:pt x="203200" y="0"/>
                    </a:cubicBezTo>
                    <a:close/>
                  </a:path>
                </a:pathLst>
              </a:custGeom>
              <a:solidFill>
                <a:srgbClr val="46A0B1"/>
              </a:solidFill>
            </p:spPr>
          </p:sp>
          <p:sp>
            <p:nvSpPr>
              <p:cNvPr id="32" name="TextBox 32"/>
              <p:cNvSpPr txBox="1"/>
              <p:nvPr/>
            </p:nvSpPr>
            <p:spPr>
              <a:xfrm>
                <a:off x="0" y="-57150"/>
                <a:ext cx="1660392" cy="463550"/>
              </a:xfrm>
              <a:prstGeom prst="rect">
                <a:avLst/>
              </a:prstGeom>
            </p:spPr>
            <p:txBody>
              <a:bodyPr lIns="50800" tIns="50800" rIns="50800" bIns="50800" rtlCol="0" anchor="ctr"/>
              <a:lstStyle/>
              <a:p>
                <a:pPr algn="ctr">
                  <a:lnSpc>
                    <a:spcPts val="2486"/>
                  </a:lnSpc>
                </a:pPr>
                <a:endParaRPr/>
              </a:p>
            </p:txBody>
          </p:sp>
        </p:grpSp>
        <p:grpSp>
          <p:nvGrpSpPr>
            <p:cNvPr id="33" name="Group 33"/>
            <p:cNvGrpSpPr/>
            <p:nvPr/>
          </p:nvGrpSpPr>
          <p:grpSpPr>
            <a:xfrm>
              <a:off x="0" y="2929699"/>
              <a:ext cx="3516247" cy="3516247"/>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lnTo>
                      <a:pt x="0" y="406400"/>
                    </a:lnTo>
                    <a:lnTo>
                      <a:pt x="203200" y="406400"/>
                    </a:lnTo>
                    <a:lnTo>
                      <a:pt x="203200" y="812800"/>
                    </a:lnTo>
                    <a:lnTo>
                      <a:pt x="609600" y="812800"/>
                    </a:lnTo>
                    <a:lnTo>
                      <a:pt x="609600" y="406400"/>
                    </a:lnTo>
                    <a:lnTo>
                      <a:pt x="812800" y="406400"/>
                    </a:lnTo>
                    <a:lnTo>
                      <a:pt x="406400" y="0"/>
                    </a:lnTo>
                    <a:close/>
                  </a:path>
                </a:pathLst>
              </a:custGeom>
              <a:solidFill>
                <a:srgbClr val="46A0B1"/>
              </a:solidFill>
            </p:spPr>
          </p:sp>
          <p:sp>
            <p:nvSpPr>
              <p:cNvPr id="35" name="TextBox 35"/>
              <p:cNvSpPr txBox="1"/>
              <p:nvPr/>
            </p:nvSpPr>
            <p:spPr>
              <a:xfrm>
                <a:off x="203200" y="44450"/>
                <a:ext cx="406400" cy="768350"/>
              </a:xfrm>
              <a:prstGeom prst="rect">
                <a:avLst/>
              </a:prstGeom>
            </p:spPr>
            <p:txBody>
              <a:bodyPr lIns="50800" tIns="50800" rIns="50800" bIns="50800" rtlCol="0" anchor="ctr"/>
              <a:lstStyle/>
              <a:p>
                <a:pPr algn="ctr">
                  <a:lnSpc>
                    <a:spcPts val="2486"/>
                  </a:lnSpc>
                </a:pPr>
                <a:endParaRPr/>
              </a:p>
            </p:txBody>
          </p:sp>
        </p:grpSp>
        <p:grpSp>
          <p:nvGrpSpPr>
            <p:cNvPr id="36" name="Group 36"/>
            <p:cNvGrpSpPr/>
            <p:nvPr/>
          </p:nvGrpSpPr>
          <p:grpSpPr>
            <a:xfrm rot="-729709">
              <a:off x="3337933" y="1236507"/>
              <a:ext cx="3066014" cy="4599021"/>
              <a:chOff x="0" y="0"/>
              <a:chExt cx="406400" cy="609600"/>
            </a:xfrm>
          </p:grpSpPr>
          <p:sp>
            <p:nvSpPr>
              <p:cNvPr id="37" name="Freeform 37"/>
              <p:cNvSpPr/>
              <p:nvPr/>
            </p:nvSpPr>
            <p:spPr>
              <a:xfrm>
                <a:off x="0" y="0"/>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gradFill rotWithShape="1">
                <a:gsLst>
                  <a:gs pos="0">
                    <a:srgbClr val="CDFFD8">
                      <a:alpha val="60000"/>
                    </a:srgbClr>
                  </a:gs>
                  <a:gs pos="100000">
                    <a:srgbClr val="94B9FF">
                      <a:alpha val="60000"/>
                    </a:srgbClr>
                  </a:gs>
                </a:gsLst>
                <a:lin ang="0"/>
              </a:gradFill>
            </p:spPr>
          </p:sp>
          <p:sp>
            <p:nvSpPr>
              <p:cNvPr id="38" name="TextBox 38"/>
              <p:cNvSpPr txBox="1"/>
              <p:nvPr/>
            </p:nvSpPr>
            <p:spPr>
              <a:xfrm>
                <a:off x="101600" y="-57150"/>
                <a:ext cx="203200" cy="666750"/>
              </a:xfrm>
              <a:prstGeom prst="rect">
                <a:avLst/>
              </a:prstGeom>
            </p:spPr>
            <p:txBody>
              <a:bodyPr lIns="50800" tIns="50800" rIns="50800" bIns="50800" rtlCol="0" anchor="ctr"/>
              <a:lstStyle/>
              <a:p>
                <a:pPr algn="ctr">
                  <a:lnSpc>
                    <a:spcPts val="2486"/>
                  </a:lnSpc>
                </a:pPr>
                <a:endParaRPr/>
              </a:p>
            </p:txBody>
          </p:sp>
        </p:grpSp>
      </p:grpSp>
      <p:sp>
        <p:nvSpPr>
          <p:cNvPr id="39" name="Freeform 39"/>
          <p:cNvSpPr/>
          <p:nvPr/>
        </p:nvSpPr>
        <p:spPr>
          <a:xfrm>
            <a:off x="15245913" y="9258300"/>
            <a:ext cx="2595326" cy="648832"/>
          </a:xfrm>
          <a:custGeom>
            <a:avLst/>
            <a:gdLst/>
            <a:ahLst/>
            <a:cxnLst/>
            <a:rect l="l" t="t" r="r" b="b"/>
            <a:pathLst>
              <a:path w="2595326" h="648832">
                <a:moveTo>
                  <a:pt x="0" y="0"/>
                </a:moveTo>
                <a:lnTo>
                  <a:pt x="2595326" y="0"/>
                </a:lnTo>
                <a:lnTo>
                  <a:pt x="2595326" y="648832"/>
                </a:lnTo>
                <a:lnTo>
                  <a:pt x="0" y="648832"/>
                </a:lnTo>
                <a:lnTo>
                  <a:pt x="0" y="0"/>
                </a:lnTo>
                <a:close/>
              </a:path>
            </a:pathLst>
          </a:custGeom>
          <a:blipFill>
            <a:blip r:embed="rId6"/>
            <a:stretch>
              <a:fillRect/>
            </a:stretch>
          </a:blipFill>
        </p:spPr>
      </p:sp>
      <p:sp>
        <p:nvSpPr>
          <p:cNvPr id="40" name="TextBox 40"/>
          <p:cNvSpPr txBox="1"/>
          <p:nvPr/>
        </p:nvSpPr>
        <p:spPr>
          <a:xfrm>
            <a:off x="1028700" y="2103047"/>
            <a:ext cx="8428143" cy="971550"/>
          </a:xfrm>
          <a:prstGeom prst="rect">
            <a:avLst/>
          </a:prstGeom>
        </p:spPr>
        <p:txBody>
          <a:bodyPr lIns="0" tIns="0" rIns="0" bIns="0" rtlCol="0" anchor="t">
            <a:spAutoFit/>
          </a:bodyPr>
          <a:lstStyle/>
          <a:p>
            <a:pPr algn="l">
              <a:lnSpc>
                <a:spcPts val="7349"/>
              </a:lnSpc>
            </a:pPr>
            <a:r>
              <a:rPr lang="en-US" sz="6999" spc="139">
                <a:solidFill>
                  <a:srgbClr val="FEFEFF"/>
                </a:solidFill>
                <a:latin typeface="Norwester"/>
                <a:ea typeface="Norwester"/>
                <a:cs typeface="Norwester"/>
                <a:sym typeface="Norwester"/>
              </a:rPr>
              <a:t>MENJADI UI DESIGNER</a:t>
            </a:r>
          </a:p>
        </p:txBody>
      </p:sp>
      <p:sp>
        <p:nvSpPr>
          <p:cNvPr id="41" name="TextBox 41"/>
          <p:cNvSpPr txBox="1"/>
          <p:nvPr/>
        </p:nvSpPr>
        <p:spPr>
          <a:xfrm>
            <a:off x="1028700" y="1428495"/>
            <a:ext cx="4346228" cy="417377"/>
          </a:xfrm>
          <a:prstGeom prst="rect">
            <a:avLst/>
          </a:prstGeom>
        </p:spPr>
        <p:txBody>
          <a:bodyPr lIns="0" tIns="0" rIns="0" bIns="0" rtlCol="0" anchor="t">
            <a:spAutoFit/>
          </a:bodyPr>
          <a:lstStyle/>
          <a:p>
            <a:pPr algn="l">
              <a:lnSpc>
                <a:spcPts val="3442"/>
              </a:lnSpc>
              <a:spcBef>
                <a:spcPct val="0"/>
              </a:spcBef>
            </a:pPr>
            <a:r>
              <a:rPr lang="en-US" sz="2295" b="1" spc="275">
                <a:solidFill>
                  <a:srgbClr val="FEFEFF"/>
                </a:solidFill>
                <a:latin typeface="Inter Semi-Bold"/>
                <a:ea typeface="Inter Semi-Bold"/>
                <a:cs typeface="Inter Semi-Bold"/>
                <a:sym typeface="Inter Semi-Bold"/>
              </a:rPr>
              <a:t>8 Langkah Cara Memulai </a:t>
            </a:r>
          </a:p>
        </p:txBody>
      </p:sp>
      <p:sp>
        <p:nvSpPr>
          <p:cNvPr id="42" name="TextBox 42"/>
          <p:cNvSpPr txBox="1"/>
          <p:nvPr/>
        </p:nvSpPr>
        <p:spPr>
          <a:xfrm>
            <a:off x="1028700" y="3179372"/>
            <a:ext cx="11809477" cy="407852"/>
          </a:xfrm>
          <a:prstGeom prst="rect">
            <a:avLst/>
          </a:prstGeom>
        </p:spPr>
        <p:txBody>
          <a:bodyPr lIns="0" tIns="0" rIns="0" bIns="0" rtlCol="0" anchor="t">
            <a:spAutoFit/>
          </a:bodyPr>
          <a:lstStyle/>
          <a:p>
            <a:pPr algn="l">
              <a:lnSpc>
                <a:spcPts val="3442"/>
              </a:lnSpc>
              <a:spcBef>
                <a:spcPct val="0"/>
              </a:spcBef>
            </a:pPr>
            <a:r>
              <a:rPr lang="en-US" sz="2295" b="1" spc="275">
                <a:solidFill>
                  <a:srgbClr val="FEFEFF"/>
                </a:solidFill>
                <a:latin typeface="Inter Bold"/>
                <a:ea typeface="Inter Bold"/>
                <a:cs typeface="Inter Bold"/>
                <a:sym typeface="Inter Bold"/>
              </a:rPr>
              <a:t>  4. belajar &amp; mencoba untuk membuat UI</a:t>
            </a:r>
          </a:p>
        </p:txBody>
      </p:sp>
      <p:sp>
        <p:nvSpPr>
          <p:cNvPr id="43" name="TextBox 43"/>
          <p:cNvSpPr txBox="1"/>
          <p:nvPr/>
        </p:nvSpPr>
        <p:spPr>
          <a:xfrm>
            <a:off x="1458433" y="3691999"/>
            <a:ext cx="13881496" cy="4694102"/>
          </a:xfrm>
          <a:prstGeom prst="rect">
            <a:avLst/>
          </a:prstGeom>
        </p:spPr>
        <p:txBody>
          <a:bodyPr lIns="0" tIns="0" rIns="0" bIns="0" rtlCol="0" anchor="t">
            <a:spAutoFit/>
          </a:bodyPr>
          <a:lstStyle/>
          <a:p>
            <a:pPr algn="l">
              <a:lnSpc>
                <a:spcPts val="3442"/>
              </a:lnSpc>
            </a:pPr>
            <a:r>
              <a:rPr lang="en-US" sz="2295" spc="275">
                <a:solidFill>
                  <a:srgbClr val="FEFEFF"/>
                </a:solidFill>
                <a:latin typeface="Inter"/>
                <a:ea typeface="Inter"/>
                <a:cs typeface="Inter"/>
                <a:sym typeface="Inter"/>
              </a:rPr>
              <a:t>Caranya gampang, Pertama, tentukan platform terlebih dahulu. Anda ingin membuat apa? design untuk mobile app (Android/iOS), dll ?. </a:t>
            </a:r>
          </a:p>
          <a:p>
            <a:pPr algn="l">
              <a:lnSpc>
                <a:spcPts val="3442"/>
              </a:lnSpc>
            </a:pPr>
            <a:endParaRPr lang="en-US" sz="2295" spc="275">
              <a:solidFill>
                <a:srgbClr val="FEFEFF"/>
              </a:solidFill>
              <a:latin typeface="Inter"/>
              <a:ea typeface="Inter"/>
              <a:cs typeface="Inter"/>
              <a:sym typeface="Inter"/>
            </a:endParaRPr>
          </a:p>
          <a:p>
            <a:pPr algn="l">
              <a:lnSpc>
                <a:spcPts val="3442"/>
              </a:lnSpc>
            </a:pPr>
            <a:r>
              <a:rPr lang="en-US" sz="2295" spc="275">
                <a:solidFill>
                  <a:srgbClr val="FEFEFF"/>
                </a:solidFill>
                <a:latin typeface="Inter"/>
                <a:ea typeface="Inter"/>
                <a:cs typeface="Inter"/>
                <a:sym typeface="Inter"/>
              </a:rPr>
              <a:t>Setelah itu, tentukan tema.</a:t>
            </a:r>
          </a:p>
          <a:p>
            <a:pPr algn="l">
              <a:lnSpc>
                <a:spcPts val="3442"/>
              </a:lnSpc>
            </a:pPr>
            <a:endParaRPr lang="en-US" sz="2295" spc="275">
              <a:solidFill>
                <a:srgbClr val="FEFEFF"/>
              </a:solidFill>
              <a:latin typeface="Inter"/>
              <a:ea typeface="Inter"/>
              <a:cs typeface="Inter"/>
              <a:sym typeface="Inter"/>
            </a:endParaRPr>
          </a:p>
          <a:p>
            <a:pPr algn="l">
              <a:lnSpc>
                <a:spcPts val="3442"/>
              </a:lnSpc>
            </a:pPr>
            <a:r>
              <a:rPr lang="en-US" sz="2295" spc="275">
                <a:solidFill>
                  <a:srgbClr val="FEFEFF"/>
                </a:solidFill>
                <a:latin typeface="Inter"/>
                <a:ea typeface="Inter"/>
                <a:cs typeface="Inter"/>
                <a:sym typeface="Inter"/>
              </a:rPr>
              <a:t>Setelah platform dan tema sudah dipilih, kini saatnya kamu browsing lagi design-design yang Anda sukai. Tapi kali ini, carilah design yang sesuai dengan platform dan tema yang Anda pilih tadi. </a:t>
            </a:r>
          </a:p>
          <a:p>
            <a:pPr algn="l">
              <a:lnSpc>
                <a:spcPts val="3442"/>
              </a:lnSpc>
            </a:pPr>
            <a:endParaRPr lang="en-US" sz="2295" spc="275">
              <a:solidFill>
                <a:srgbClr val="FEFEFF"/>
              </a:solidFill>
              <a:latin typeface="Inter"/>
              <a:ea typeface="Inter"/>
              <a:cs typeface="Inter"/>
              <a:sym typeface="Inter"/>
            </a:endParaRPr>
          </a:p>
          <a:p>
            <a:pPr algn="l">
              <a:lnSpc>
                <a:spcPts val="3442"/>
              </a:lnSpc>
            </a:pPr>
            <a:r>
              <a:rPr lang="en-US" sz="2295" spc="275">
                <a:solidFill>
                  <a:srgbClr val="FEFEFF"/>
                </a:solidFill>
                <a:latin typeface="Inter"/>
                <a:ea typeface="Inter"/>
                <a:cs typeface="Inter"/>
                <a:sym typeface="Inter"/>
              </a:rPr>
              <a:t>Lalu pilih 2 design/lebih yang paling kamu sukai, dan coba buat sesuatu yang baru dari hasil kombinasi dua design tersebut.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2940"/>
        </a:solidFill>
        <a:effectLst/>
      </p:bgPr>
    </p:bg>
    <p:spTree>
      <p:nvGrpSpPr>
        <p:cNvPr id="1" name=""/>
        <p:cNvGrpSpPr/>
        <p:nvPr/>
      </p:nvGrpSpPr>
      <p:grpSpPr>
        <a:xfrm>
          <a:off x="0" y="0"/>
          <a:ext cx="0" cy="0"/>
          <a:chOff x="0" y="0"/>
          <a:chExt cx="0" cy="0"/>
        </a:xfrm>
      </p:grpSpPr>
      <p:sp>
        <p:nvSpPr>
          <p:cNvPr id="2" name="Freeform 2"/>
          <p:cNvSpPr/>
          <p:nvPr/>
        </p:nvSpPr>
        <p:spPr>
          <a:xfrm>
            <a:off x="9525"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15000"/>
            </a:blip>
            <a:stretch>
              <a:fillRect/>
            </a:stretch>
          </a:blipFill>
        </p:spPr>
      </p:sp>
      <p:grpSp>
        <p:nvGrpSpPr>
          <p:cNvPr id="3" name="Group 3"/>
          <p:cNvGrpSpPr/>
          <p:nvPr/>
        </p:nvGrpSpPr>
        <p:grpSpPr>
          <a:xfrm>
            <a:off x="7510084" y="732996"/>
            <a:ext cx="3267833" cy="591408"/>
            <a:chOff x="0" y="0"/>
            <a:chExt cx="4357110" cy="788544"/>
          </a:xfrm>
        </p:grpSpPr>
        <p:sp>
          <p:nvSpPr>
            <p:cNvPr id="4" name="Freeform 4"/>
            <p:cNvSpPr/>
            <p:nvPr/>
          </p:nvSpPr>
          <p:spPr>
            <a:xfrm>
              <a:off x="0" y="0"/>
              <a:ext cx="732988" cy="732988"/>
            </a:xfrm>
            <a:custGeom>
              <a:avLst/>
              <a:gdLst/>
              <a:ahLst/>
              <a:cxnLst/>
              <a:rect l="l" t="t" r="r" b="b"/>
              <a:pathLst>
                <a:path w="732988" h="732988">
                  <a:moveTo>
                    <a:pt x="0" y="0"/>
                  </a:moveTo>
                  <a:lnTo>
                    <a:pt x="732988" y="0"/>
                  </a:lnTo>
                  <a:lnTo>
                    <a:pt x="732988" y="732988"/>
                  </a:lnTo>
                  <a:lnTo>
                    <a:pt x="0" y="732988"/>
                  </a:lnTo>
                  <a:lnTo>
                    <a:pt x="0" y="0"/>
                  </a:lnTo>
                  <a:close/>
                </a:path>
              </a:pathLst>
            </a:custGeom>
            <a:blipFill>
              <a:blip r:embed="rId3"/>
              <a:stretch>
                <a:fillRect/>
              </a:stretch>
            </a:blipFill>
          </p:spPr>
        </p:sp>
        <p:sp>
          <p:nvSpPr>
            <p:cNvPr id="5" name="Freeform 5"/>
            <p:cNvSpPr/>
            <p:nvPr/>
          </p:nvSpPr>
          <p:spPr>
            <a:xfrm>
              <a:off x="935429" y="0"/>
              <a:ext cx="732988" cy="732988"/>
            </a:xfrm>
            <a:custGeom>
              <a:avLst/>
              <a:gdLst/>
              <a:ahLst/>
              <a:cxnLst/>
              <a:rect l="l" t="t" r="r" b="b"/>
              <a:pathLst>
                <a:path w="732988" h="732988">
                  <a:moveTo>
                    <a:pt x="0" y="0"/>
                  </a:moveTo>
                  <a:lnTo>
                    <a:pt x="732988" y="0"/>
                  </a:lnTo>
                  <a:lnTo>
                    <a:pt x="732988" y="732988"/>
                  </a:lnTo>
                  <a:lnTo>
                    <a:pt x="0" y="732988"/>
                  </a:lnTo>
                  <a:lnTo>
                    <a:pt x="0" y="0"/>
                  </a:lnTo>
                  <a:close/>
                </a:path>
              </a:pathLst>
            </a:custGeom>
            <a:blipFill>
              <a:blip r:embed="rId4"/>
              <a:stretch>
                <a:fillRect/>
              </a:stretch>
            </a:blipFill>
          </p:spPr>
        </p:sp>
        <p:sp>
          <p:nvSpPr>
            <p:cNvPr id="6" name="Freeform 6"/>
            <p:cNvSpPr/>
            <p:nvPr/>
          </p:nvSpPr>
          <p:spPr>
            <a:xfrm>
              <a:off x="1872405" y="55556"/>
              <a:ext cx="2484706" cy="732988"/>
            </a:xfrm>
            <a:custGeom>
              <a:avLst/>
              <a:gdLst/>
              <a:ahLst/>
              <a:cxnLst/>
              <a:rect l="l" t="t" r="r" b="b"/>
              <a:pathLst>
                <a:path w="2484706" h="732988">
                  <a:moveTo>
                    <a:pt x="0" y="0"/>
                  </a:moveTo>
                  <a:lnTo>
                    <a:pt x="2484705" y="0"/>
                  </a:lnTo>
                  <a:lnTo>
                    <a:pt x="2484705" y="732988"/>
                  </a:lnTo>
                  <a:lnTo>
                    <a:pt x="0" y="732988"/>
                  </a:lnTo>
                  <a:lnTo>
                    <a:pt x="0" y="0"/>
                  </a:lnTo>
                  <a:close/>
                </a:path>
              </a:pathLst>
            </a:custGeom>
            <a:blipFill>
              <a:blip r:embed="rId5"/>
              <a:stretch>
                <a:fillRect/>
              </a:stretch>
            </a:blipFill>
          </p:spPr>
        </p:sp>
      </p:grpSp>
      <p:grpSp>
        <p:nvGrpSpPr>
          <p:cNvPr id="7" name="Group 7"/>
          <p:cNvGrpSpPr/>
          <p:nvPr/>
        </p:nvGrpSpPr>
        <p:grpSpPr>
          <a:xfrm>
            <a:off x="13819395" y="-1307921"/>
            <a:ext cx="7040355" cy="6307586"/>
            <a:chOff x="0" y="0"/>
            <a:chExt cx="9387141" cy="8410115"/>
          </a:xfrm>
        </p:grpSpPr>
        <p:grpSp>
          <p:nvGrpSpPr>
            <p:cNvPr id="8" name="Group 8"/>
            <p:cNvGrpSpPr/>
            <p:nvPr/>
          </p:nvGrpSpPr>
          <p:grpSpPr>
            <a:xfrm>
              <a:off x="4693570" y="0"/>
              <a:ext cx="4693570" cy="8410115"/>
              <a:chOff x="0" y="0"/>
              <a:chExt cx="948267" cy="1699140"/>
            </a:xfrm>
          </p:grpSpPr>
          <p:sp>
            <p:nvSpPr>
              <p:cNvPr id="9" name="Freeform 9"/>
              <p:cNvSpPr/>
              <p:nvPr/>
            </p:nvSpPr>
            <p:spPr>
              <a:xfrm>
                <a:off x="0" y="0"/>
                <a:ext cx="948267" cy="1699140"/>
              </a:xfrm>
              <a:custGeom>
                <a:avLst/>
                <a:gdLst/>
                <a:ahLst/>
                <a:cxnLst/>
                <a:rect l="l" t="t" r="r" b="b"/>
                <a:pathLst>
                  <a:path w="948267" h="1699140">
                    <a:moveTo>
                      <a:pt x="0" y="849570"/>
                    </a:moveTo>
                    <a:lnTo>
                      <a:pt x="406400" y="0"/>
                    </a:lnTo>
                    <a:lnTo>
                      <a:pt x="406400" y="203200"/>
                    </a:lnTo>
                    <a:lnTo>
                      <a:pt x="948267" y="203200"/>
                    </a:lnTo>
                    <a:lnTo>
                      <a:pt x="948267" y="1495940"/>
                    </a:lnTo>
                    <a:lnTo>
                      <a:pt x="406400" y="1495940"/>
                    </a:lnTo>
                    <a:lnTo>
                      <a:pt x="406400" y="1699140"/>
                    </a:lnTo>
                    <a:lnTo>
                      <a:pt x="0" y="849570"/>
                    </a:lnTo>
                    <a:close/>
                  </a:path>
                </a:pathLst>
              </a:custGeom>
              <a:gradFill rotWithShape="1">
                <a:gsLst>
                  <a:gs pos="0">
                    <a:srgbClr val="CDFFD8">
                      <a:alpha val="100000"/>
                    </a:srgbClr>
                  </a:gs>
                  <a:gs pos="100000">
                    <a:srgbClr val="94B9FF">
                      <a:alpha val="100000"/>
                    </a:srgbClr>
                  </a:gs>
                </a:gsLst>
                <a:lin ang="0"/>
              </a:gradFill>
            </p:spPr>
          </p:sp>
          <p:sp>
            <p:nvSpPr>
              <p:cNvPr id="10" name="TextBox 10"/>
              <p:cNvSpPr txBox="1"/>
              <p:nvPr/>
            </p:nvSpPr>
            <p:spPr>
              <a:xfrm>
                <a:off x="101600" y="146050"/>
                <a:ext cx="846667" cy="1349890"/>
              </a:xfrm>
              <a:prstGeom prst="rect">
                <a:avLst/>
              </a:prstGeom>
            </p:spPr>
            <p:txBody>
              <a:bodyPr lIns="50800" tIns="50800" rIns="50800" bIns="50800" rtlCol="0" anchor="ctr"/>
              <a:lstStyle/>
              <a:p>
                <a:pPr algn="ctr">
                  <a:lnSpc>
                    <a:spcPts val="2486"/>
                  </a:lnSpc>
                </a:pPr>
                <a:endParaRPr/>
              </a:p>
            </p:txBody>
          </p:sp>
        </p:grpSp>
        <p:grpSp>
          <p:nvGrpSpPr>
            <p:cNvPr id="11" name="Group 11"/>
            <p:cNvGrpSpPr/>
            <p:nvPr/>
          </p:nvGrpSpPr>
          <p:grpSpPr>
            <a:xfrm>
              <a:off x="2682040" y="2390174"/>
              <a:ext cx="4023060" cy="1814884"/>
              <a:chOff x="0" y="0"/>
              <a:chExt cx="812800" cy="366671"/>
            </a:xfrm>
          </p:grpSpPr>
          <p:sp>
            <p:nvSpPr>
              <p:cNvPr id="12" name="Freeform 12"/>
              <p:cNvSpPr/>
              <p:nvPr/>
            </p:nvSpPr>
            <p:spPr>
              <a:xfrm>
                <a:off x="0" y="0"/>
                <a:ext cx="812800" cy="366671"/>
              </a:xfrm>
              <a:custGeom>
                <a:avLst/>
                <a:gdLst/>
                <a:ahLst/>
                <a:cxnLst/>
                <a:rect l="l" t="t" r="r" b="b"/>
                <a:pathLst>
                  <a:path w="812800" h="366671">
                    <a:moveTo>
                      <a:pt x="609600" y="0"/>
                    </a:moveTo>
                    <a:lnTo>
                      <a:pt x="0" y="0"/>
                    </a:lnTo>
                    <a:lnTo>
                      <a:pt x="203200" y="366671"/>
                    </a:lnTo>
                    <a:lnTo>
                      <a:pt x="812800" y="366671"/>
                    </a:lnTo>
                    <a:lnTo>
                      <a:pt x="609600" y="0"/>
                    </a:lnTo>
                    <a:close/>
                  </a:path>
                </a:pathLst>
              </a:custGeom>
              <a:solidFill>
                <a:srgbClr val="144D5F"/>
              </a:solidFill>
            </p:spPr>
          </p:sp>
          <p:sp>
            <p:nvSpPr>
              <p:cNvPr id="13" name="TextBox 13"/>
              <p:cNvSpPr txBox="1"/>
              <p:nvPr/>
            </p:nvSpPr>
            <p:spPr>
              <a:xfrm>
                <a:off x="101600" y="-57150"/>
                <a:ext cx="609600" cy="423821"/>
              </a:xfrm>
              <a:prstGeom prst="rect">
                <a:avLst/>
              </a:prstGeom>
            </p:spPr>
            <p:txBody>
              <a:bodyPr lIns="50800" tIns="50800" rIns="50800" bIns="50800" rtlCol="0" anchor="ctr"/>
              <a:lstStyle/>
              <a:p>
                <a:pPr algn="ctr">
                  <a:lnSpc>
                    <a:spcPts val="2486"/>
                  </a:lnSpc>
                </a:pPr>
                <a:endParaRPr/>
              </a:p>
            </p:txBody>
          </p:sp>
        </p:grpSp>
        <p:grpSp>
          <p:nvGrpSpPr>
            <p:cNvPr id="14" name="Group 14"/>
            <p:cNvGrpSpPr/>
            <p:nvPr/>
          </p:nvGrpSpPr>
          <p:grpSpPr>
            <a:xfrm>
              <a:off x="0" y="500864"/>
              <a:ext cx="7716008" cy="2011530"/>
              <a:chOff x="0" y="0"/>
              <a:chExt cx="1558906" cy="406400"/>
            </a:xfrm>
          </p:grpSpPr>
          <p:sp>
            <p:nvSpPr>
              <p:cNvPr id="15" name="Freeform 15"/>
              <p:cNvSpPr/>
              <p:nvPr/>
            </p:nvSpPr>
            <p:spPr>
              <a:xfrm>
                <a:off x="0" y="0"/>
                <a:ext cx="1558906" cy="406400"/>
              </a:xfrm>
              <a:custGeom>
                <a:avLst/>
                <a:gdLst/>
                <a:ahLst/>
                <a:cxnLst/>
                <a:rect l="l" t="t" r="r" b="b"/>
                <a:pathLst>
                  <a:path w="1558906" h="406400">
                    <a:moveTo>
                      <a:pt x="1355706" y="0"/>
                    </a:moveTo>
                    <a:cubicBezTo>
                      <a:pt x="1467930" y="0"/>
                      <a:pt x="1558906" y="90976"/>
                      <a:pt x="1558906" y="203200"/>
                    </a:cubicBezTo>
                    <a:cubicBezTo>
                      <a:pt x="1558906" y="315424"/>
                      <a:pt x="1467930" y="406400"/>
                      <a:pt x="1355706" y="406400"/>
                    </a:cubicBezTo>
                    <a:lnTo>
                      <a:pt x="203200" y="406400"/>
                    </a:lnTo>
                    <a:cubicBezTo>
                      <a:pt x="90976" y="406400"/>
                      <a:pt x="0" y="315424"/>
                      <a:pt x="0" y="203200"/>
                    </a:cubicBezTo>
                    <a:cubicBezTo>
                      <a:pt x="0" y="90976"/>
                      <a:pt x="90976" y="0"/>
                      <a:pt x="203200" y="0"/>
                    </a:cubicBezTo>
                    <a:close/>
                  </a:path>
                </a:pathLst>
              </a:custGeom>
              <a:solidFill>
                <a:srgbClr val="46A0B1"/>
              </a:solidFill>
            </p:spPr>
          </p:sp>
          <p:sp>
            <p:nvSpPr>
              <p:cNvPr id="16" name="TextBox 16"/>
              <p:cNvSpPr txBox="1"/>
              <p:nvPr/>
            </p:nvSpPr>
            <p:spPr>
              <a:xfrm>
                <a:off x="0" y="-57150"/>
                <a:ext cx="1558906" cy="463550"/>
              </a:xfrm>
              <a:prstGeom prst="rect">
                <a:avLst/>
              </a:prstGeom>
            </p:spPr>
            <p:txBody>
              <a:bodyPr lIns="50800" tIns="50800" rIns="50800" bIns="50800" rtlCol="0" anchor="ctr"/>
              <a:lstStyle/>
              <a:p>
                <a:pPr algn="ctr">
                  <a:lnSpc>
                    <a:spcPts val="2486"/>
                  </a:lnSpc>
                </a:pPr>
                <a:endParaRPr/>
              </a:p>
            </p:txBody>
          </p:sp>
        </p:grpSp>
        <p:grpSp>
          <p:nvGrpSpPr>
            <p:cNvPr id="17" name="Group 17"/>
            <p:cNvGrpSpPr/>
            <p:nvPr/>
          </p:nvGrpSpPr>
          <p:grpSpPr>
            <a:xfrm>
              <a:off x="4693570" y="181997"/>
              <a:ext cx="4023060" cy="4023060"/>
              <a:chOff x="0" y="0"/>
              <a:chExt cx="812800" cy="812800"/>
            </a:xfrm>
          </p:grpSpPr>
          <p:sp>
            <p:nvSpPr>
              <p:cNvPr id="18" name="Freeform 18"/>
              <p:cNvSpPr/>
              <p:nvPr/>
            </p:nvSpPr>
            <p:spPr>
              <a:xfrm>
                <a:off x="0" y="0"/>
                <a:ext cx="812800" cy="812800"/>
              </a:xfrm>
              <a:custGeom>
                <a:avLst/>
                <a:gdLst/>
                <a:ahLst/>
                <a:cxnLst/>
                <a:rect l="l" t="t" r="r" b="b"/>
                <a:pathLst>
                  <a:path w="812800" h="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46A0B1"/>
              </a:solidFill>
            </p:spPr>
          </p:sp>
          <p:sp>
            <p:nvSpPr>
              <p:cNvPr id="19" name="TextBox 19"/>
              <p:cNvSpPr txBox="1"/>
              <p:nvPr/>
            </p:nvSpPr>
            <p:spPr>
              <a:xfrm>
                <a:off x="203200" y="-57150"/>
                <a:ext cx="406400" cy="768350"/>
              </a:xfrm>
              <a:prstGeom prst="rect">
                <a:avLst/>
              </a:prstGeom>
            </p:spPr>
            <p:txBody>
              <a:bodyPr lIns="50800" tIns="50800" rIns="50800" bIns="50800" rtlCol="0" anchor="ctr"/>
              <a:lstStyle/>
              <a:p>
                <a:pPr algn="ctr">
                  <a:lnSpc>
                    <a:spcPts val="2486"/>
                  </a:lnSpc>
                </a:pPr>
                <a:endParaRPr/>
              </a:p>
            </p:txBody>
          </p:sp>
        </p:grpSp>
        <p:grpSp>
          <p:nvGrpSpPr>
            <p:cNvPr id="20" name="Group 20"/>
            <p:cNvGrpSpPr/>
            <p:nvPr/>
          </p:nvGrpSpPr>
          <p:grpSpPr>
            <a:xfrm rot="-421994">
              <a:off x="1547198" y="1087681"/>
              <a:ext cx="3507933" cy="5261900"/>
              <a:chOff x="0" y="0"/>
              <a:chExt cx="406400" cy="609600"/>
            </a:xfrm>
          </p:grpSpPr>
          <p:sp>
            <p:nvSpPr>
              <p:cNvPr id="21" name="Freeform 21"/>
              <p:cNvSpPr/>
              <p:nvPr/>
            </p:nvSpPr>
            <p:spPr>
              <a:xfrm>
                <a:off x="0" y="0"/>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gradFill rotWithShape="1">
                <a:gsLst>
                  <a:gs pos="0">
                    <a:srgbClr val="CDFFD8">
                      <a:alpha val="60000"/>
                    </a:srgbClr>
                  </a:gs>
                  <a:gs pos="100000">
                    <a:srgbClr val="94B9FF">
                      <a:alpha val="60000"/>
                    </a:srgbClr>
                  </a:gs>
                </a:gsLst>
                <a:lin ang="0"/>
              </a:gradFill>
            </p:spPr>
          </p:sp>
          <p:sp>
            <p:nvSpPr>
              <p:cNvPr id="22" name="TextBox 22"/>
              <p:cNvSpPr txBox="1"/>
              <p:nvPr/>
            </p:nvSpPr>
            <p:spPr>
              <a:xfrm>
                <a:off x="101600" y="-57150"/>
                <a:ext cx="203200" cy="666750"/>
              </a:xfrm>
              <a:prstGeom prst="rect">
                <a:avLst/>
              </a:prstGeom>
            </p:spPr>
            <p:txBody>
              <a:bodyPr lIns="50800" tIns="50800" rIns="50800" bIns="50800" rtlCol="0" anchor="ctr"/>
              <a:lstStyle/>
              <a:p>
                <a:pPr algn="ctr">
                  <a:lnSpc>
                    <a:spcPts val="2486"/>
                  </a:lnSpc>
                </a:pPr>
                <a:endParaRPr/>
              </a:p>
            </p:txBody>
          </p:sp>
        </p:grpSp>
      </p:grpSp>
      <p:grpSp>
        <p:nvGrpSpPr>
          <p:cNvPr id="23" name="Group 23"/>
          <p:cNvGrpSpPr/>
          <p:nvPr/>
        </p:nvGrpSpPr>
        <p:grpSpPr>
          <a:xfrm>
            <a:off x="-1705191" y="6469644"/>
            <a:ext cx="5713901" cy="4834459"/>
            <a:chOff x="0" y="0"/>
            <a:chExt cx="7618535" cy="6445946"/>
          </a:xfrm>
        </p:grpSpPr>
        <p:grpSp>
          <p:nvGrpSpPr>
            <p:cNvPr id="24" name="Group 24"/>
            <p:cNvGrpSpPr/>
            <p:nvPr/>
          </p:nvGrpSpPr>
          <p:grpSpPr>
            <a:xfrm>
              <a:off x="0" y="0"/>
              <a:ext cx="3516247" cy="6084231"/>
              <a:chOff x="0" y="0"/>
              <a:chExt cx="812800" cy="1406404"/>
            </a:xfrm>
          </p:grpSpPr>
          <p:sp>
            <p:nvSpPr>
              <p:cNvPr id="25" name="Freeform 25"/>
              <p:cNvSpPr/>
              <p:nvPr/>
            </p:nvSpPr>
            <p:spPr>
              <a:xfrm>
                <a:off x="0" y="0"/>
                <a:ext cx="812800" cy="1406404"/>
              </a:xfrm>
              <a:custGeom>
                <a:avLst/>
                <a:gdLst/>
                <a:ahLst/>
                <a:cxnLst/>
                <a:rect l="l" t="t" r="r" b="b"/>
                <a:pathLst>
                  <a:path w="812800" h="1406404">
                    <a:moveTo>
                      <a:pt x="812800" y="703202"/>
                    </a:moveTo>
                    <a:lnTo>
                      <a:pt x="406400" y="0"/>
                    </a:lnTo>
                    <a:lnTo>
                      <a:pt x="406400" y="203200"/>
                    </a:lnTo>
                    <a:lnTo>
                      <a:pt x="0" y="203200"/>
                    </a:lnTo>
                    <a:lnTo>
                      <a:pt x="0" y="1203204"/>
                    </a:lnTo>
                    <a:lnTo>
                      <a:pt x="406400" y="1203204"/>
                    </a:lnTo>
                    <a:lnTo>
                      <a:pt x="406400" y="1406404"/>
                    </a:lnTo>
                    <a:lnTo>
                      <a:pt x="812800" y="703202"/>
                    </a:lnTo>
                    <a:close/>
                  </a:path>
                </a:pathLst>
              </a:custGeom>
              <a:gradFill rotWithShape="1">
                <a:gsLst>
                  <a:gs pos="0">
                    <a:srgbClr val="CDFFD8">
                      <a:alpha val="100000"/>
                    </a:srgbClr>
                  </a:gs>
                  <a:gs pos="100000">
                    <a:srgbClr val="94B9FF">
                      <a:alpha val="100000"/>
                    </a:srgbClr>
                  </a:gs>
                </a:gsLst>
                <a:lin ang="0"/>
              </a:gradFill>
            </p:spPr>
          </p:sp>
          <p:sp>
            <p:nvSpPr>
              <p:cNvPr id="26" name="TextBox 26"/>
              <p:cNvSpPr txBox="1"/>
              <p:nvPr/>
            </p:nvSpPr>
            <p:spPr>
              <a:xfrm>
                <a:off x="0" y="146050"/>
                <a:ext cx="711200" cy="1057154"/>
              </a:xfrm>
              <a:prstGeom prst="rect">
                <a:avLst/>
              </a:prstGeom>
            </p:spPr>
            <p:txBody>
              <a:bodyPr lIns="50800" tIns="50800" rIns="50800" bIns="50800" rtlCol="0" anchor="ctr"/>
              <a:lstStyle/>
              <a:p>
                <a:pPr algn="ctr">
                  <a:lnSpc>
                    <a:spcPts val="2486"/>
                  </a:lnSpc>
                </a:pPr>
                <a:endParaRPr/>
              </a:p>
            </p:txBody>
          </p:sp>
        </p:grpSp>
        <p:grpSp>
          <p:nvGrpSpPr>
            <p:cNvPr id="27" name="Group 27"/>
            <p:cNvGrpSpPr/>
            <p:nvPr/>
          </p:nvGrpSpPr>
          <p:grpSpPr>
            <a:xfrm>
              <a:off x="1758123" y="3007515"/>
              <a:ext cx="3516247" cy="2637185"/>
              <a:chOff x="0" y="0"/>
              <a:chExt cx="812800" cy="609600"/>
            </a:xfrm>
          </p:grpSpPr>
          <p:sp>
            <p:nvSpPr>
              <p:cNvPr id="28" name="Freeform 28"/>
              <p:cNvSpPr/>
              <p:nvPr/>
            </p:nvSpPr>
            <p:spPr>
              <a:xfrm>
                <a:off x="0" y="0"/>
                <a:ext cx="812800" cy="609600"/>
              </a:xfrm>
              <a:custGeom>
                <a:avLst/>
                <a:gdLst/>
                <a:ahLst/>
                <a:cxnLst/>
                <a:rect l="l" t="t" r="r" b="b"/>
                <a:pathLst>
                  <a:path w="812800" h="609600">
                    <a:moveTo>
                      <a:pt x="609600" y="0"/>
                    </a:moveTo>
                    <a:lnTo>
                      <a:pt x="0" y="0"/>
                    </a:lnTo>
                    <a:lnTo>
                      <a:pt x="203200" y="609600"/>
                    </a:lnTo>
                    <a:lnTo>
                      <a:pt x="812800" y="609600"/>
                    </a:lnTo>
                    <a:lnTo>
                      <a:pt x="609600" y="0"/>
                    </a:lnTo>
                    <a:close/>
                  </a:path>
                </a:pathLst>
              </a:custGeom>
              <a:solidFill>
                <a:srgbClr val="144D5F"/>
              </a:solidFill>
            </p:spPr>
          </p:sp>
          <p:sp>
            <p:nvSpPr>
              <p:cNvPr id="29" name="TextBox 29"/>
              <p:cNvSpPr txBox="1"/>
              <p:nvPr/>
            </p:nvSpPr>
            <p:spPr>
              <a:xfrm>
                <a:off x="101600" y="-57150"/>
                <a:ext cx="609600" cy="666750"/>
              </a:xfrm>
              <a:prstGeom prst="rect">
                <a:avLst/>
              </a:prstGeom>
            </p:spPr>
            <p:txBody>
              <a:bodyPr lIns="50800" tIns="50800" rIns="50800" bIns="50800" rtlCol="0" anchor="ctr"/>
              <a:lstStyle/>
              <a:p>
                <a:pPr algn="ctr">
                  <a:lnSpc>
                    <a:spcPts val="2486"/>
                  </a:lnSpc>
                </a:pPr>
                <a:endParaRPr/>
              </a:p>
            </p:txBody>
          </p:sp>
        </p:grpSp>
        <p:grpSp>
          <p:nvGrpSpPr>
            <p:cNvPr id="30" name="Group 30"/>
            <p:cNvGrpSpPr/>
            <p:nvPr/>
          </p:nvGrpSpPr>
          <p:grpSpPr>
            <a:xfrm>
              <a:off x="435526" y="4326107"/>
              <a:ext cx="7183009" cy="1758123"/>
              <a:chOff x="0" y="0"/>
              <a:chExt cx="1660392" cy="406400"/>
            </a:xfrm>
          </p:grpSpPr>
          <p:sp>
            <p:nvSpPr>
              <p:cNvPr id="31" name="Freeform 31"/>
              <p:cNvSpPr/>
              <p:nvPr/>
            </p:nvSpPr>
            <p:spPr>
              <a:xfrm>
                <a:off x="0" y="0"/>
                <a:ext cx="1660392" cy="406400"/>
              </a:xfrm>
              <a:custGeom>
                <a:avLst/>
                <a:gdLst/>
                <a:ahLst/>
                <a:cxnLst/>
                <a:rect l="l" t="t" r="r" b="b"/>
                <a:pathLst>
                  <a:path w="1660392" h="406400">
                    <a:moveTo>
                      <a:pt x="1457192" y="0"/>
                    </a:moveTo>
                    <a:cubicBezTo>
                      <a:pt x="1569417" y="0"/>
                      <a:pt x="1660392" y="90976"/>
                      <a:pt x="1660392" y="203200"/>
                    </a:cubicBezTo>
                    <a:cubicBezTo>
                      <a:pt x="1660392" y="315424"/>
                      <a:pt x="1569417" y="406400"/>
                      <a:pt x="1457192" y="406400"/>
                    </a:cubicBezTo>
                    <a:lnTo>
                      <a:pt x="203200" y="406400"/>
                    </a:lnTo>
                    <a:cubicBezTo>
                      <a:pt x="90976" y="406400"/>
                      <a:pt x="0" y="315424"/>
                      <a:pt x="0" y="203200"/>
                    </a:cubicBezTo>
                    <a:cubicBezTo>
                      <a:pt x="0" y="90976"/>
                      <a:pt x="90976" y="0"/>
                      <a:pt x="203200" y="0"/>
                    </a:cubicBezTo>
                    <a:close/>
                  </a:path>
                </a:pathLst>
              </a:custGeom>
              <a:solidFill>
                <a:srgbClr val="46A0B1"/>
              </a:solidFill>
            </p:spPr>
          </p:sp>
          <p:sp>
            <p:nvSpPr>
              <p:cNvPr id="32" name="TextBox 32"/>
              <p:cNvSpPr txBox="1"/>
              <p:nvPr/>
            </p:nvSpPr>
            <p:spPr>
              <a:xfrm>
                <a:off x="0" y="-57150"/>
                <a:ext cx="1660392" cy="463550"/>
              </a:xfrm>
              <a:prstGeom prst="rect">
                <a:avLst/>
              </a:prstGeom>
            </p:spPr>
            <p:txBody>
              <a:bodyPr lIns="50800" tIns="50800" rIns="50800" bIns="50800" rtlCol="0" anchor="ctr"/>
              <a:lstStyle/>
              <a:p>
                <a:pPr algn="ctr">
                  <a:lnSpc>
                    <a:spcPts val="2486"/>
                  </a:lnSpc>
                </a:pPr>
                <a:endParaRPr/>
              </a:p>
            </p:txBody>
          </p:sp>
        </p:grpSp>
        <p:grpSp>
          <p:nvGrpSpPr>
            <p:cNvPr id="33" name="Group 33"/>
            <p:cNvGrpSpPr/>
            <p:nvPr/>
          </p:nvGrpSpPr>
          <p:grpSpPr>
            <a:xfrm>
              <a:off x="0" y="2929699"/>
              <a:ext cx="3516247" cy="3516247"/>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lnTo>
                      <a:pt x="0" y="406400"/>
                    </a:lnTo>
                    <a:lnTo>
                      <a:pt x="203200" y="406400"/>
                    </a:lnTo>
                    <a:lnTo>
                      <a:pt x="203200" y="812800"/>
                    </a:lnTo>
                    <a:lnTo>
                      <a:pt x="609600" y="812800"/>
                    </a:lnTo>
                    <a:lnTo>
                      <a:pt x="609600" y="406400"/>
                    </a:lnTo>
                    <a:lnTo>
                      <a:pt x="812800" y="406400"/>
                    </a:lnTo>
                    <a:lnTo>
                      <a:pt x="406400" y="0"/>
                    </a:lnTo>
                    <a:close/>
                  </a:path>
                </a:pathLst>
              </a:custGeom>
              <a:solidFill>
                <a:srgbClr val="46A0B1"/>
              </a:solidFill>
            </p:spPr>
          </p:sp>
          <p:sp>
            <p:nvSpPr>
              <p:cNvPr id="35" name="TextBox 35"/>
              <p:cNvSpPr txBox="1"/>
              <p:nvPr/>
            </p:nvSpPr>
            <p:spPr>
              <a:xfrm>
                <a:off x="203200" y="44450"/>
                <a:ext cx="406400" cy="768350"/>
              </a:xfrm>
              <a:prstGeom prst="rect">
                <a:avLst/>
              </a:prstGeom>
            </p:spPr>
            <p:txBody>
              <a:bodyPr lIns="50800" tIns="50800" rIns="50800" bIns="50800" rtlCol="0" anchor="ctr"/>
              <a:lstStyle/>
              <a:p>
                <a:pPr algn="ctr">
                  <a:lnSpc>
                    <a:spcPts val="2486"/>
                  </a:lnSpc>
                </a:pPr>
                <a:endParaRPr/>
              </a:p>
            </p:txBody>
          </p:sp>
        </p:grpSp>
        <p:grpSp>
          <p:nvGrpSpPr>
            <p:cNvPr id="36" name="Group 36"/>
            <p:cNvGrpSpPr/>
            <p:nvPr/>
          </p:nvGrpSpPr>
          <p:grpSpPr>
            <a:xfrm rot="-729709">
              <a:off x="3337933" y="1236507"/>
              <a:ext cx="3066014" cy="4599021"/>
              <a:chOff x="0" y="0"/>
              <a:chExt cx="406400" cy="609600"/>
            </a:xfrm>
          </p:grpSpPr>
          <p:sp>
            <p:nvSpPr>
              <p:cNvPr id="37" name="Freeform 37"/>
              <p:cNvSpPr/>
              <p:nvPr/>
            </p:nvSpPr>
            <p:spPr>
              <a:xfrm>
                <a:off x="0" y="0"/>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gradFill rotWithShape="1">
                <a:gsLst>
                  <a:gs pos="0">
                    <a:srgbClr val="CDFFD8">
                      <a:alpha val="60000"/>
                    </a:srgbClr>
                  </a:gs>
                  <a:gs pos="100000">
                    <a:srgbClr val="94B9FF">
                      <a:alpha val="60000"/>
                    </a:srgbClr>
                  </a:gs>
                </a:gsLst>
                <a:lin ang="0"/>
              </a:gradFill>
            </p:spPr>
          </p:sp>
          <p:sp>
            <p:nvSpPr>
              <p:cNvPr id="38" name="TextBox 38"/>
              <p:cNvSpPr txBox="1"/>
              <p:nvPr/>
            </p:nvSpPr>
            <p:spPr>
              <a:xfrm>
                <a:off x="101600" y="-57150"/>
                <a:ext cx="203200" cy="666750"/>
              </a:xfrm>
              <a:prstGeom prst="rect">
                <a:avLst/>
              </a:prstGeom>
            </p:spPr>
            <p:txBody>
              <a:bodyPr lIns="50800" tIns="50800" rIns="50800" bIns="50800" rtlCol="0" anchor="ctr"/>
              <a:lstStyle/>
              <a:p>
                <a:pPr algn="ctr">
                  <a:lnSpc>
                    <a:spcPts val="2486"/>
                  </a:lnSpc>
                </a:pPr>
                <a:endParaRPr/>
              </a:p>
            </p:txBody>
          </p:sp>
        </p:grpSp>
      </p:grpSp>
      <p:sp>
        <p:nvSpPr>
          <p:cNvPr id="39" name="Freeform 39"/>
          <p:cNvSpPr/>
          <p:nvPr/>
        </p:nvSpPr>
        <p:spPr>
          <a:xfrm>
            <a:off x="15245913" y="9258300"/>
            <a:ext cx="2595326" cy="648832"/>
          </a:xfrm>
          <a:custGeom>
            <a:avLst/>
            <a:gdLst/>
            <a:ahLst/>
            <a:cxnLst/>
            <a:rect l="l" t="t" r="r" b="b"/>
            <a:pathLst>
              <a:path w="2595326" h="648832">
                <a:moveTo>
                  <a:pt x="0" y="0"/>
                </a:moveTo>
                <a:lnTo>
                  <a:pt x="2595326" y="0"/>
                </a:lnTo>
                <a:lnTo>
                  <a:pt x="2595326" y="648832"/>
                </a:lnTo>
                <a:lnTo>
                  <a:pt x="0" y="648832"/>
                </a:lnTo>
                <a:lnTo>
                  <a:pt x="0" y="0"/>
                </a:lnTo>
                <a:close/>
              </a:path>
            </a:pathLst>
          </a:custGeom>
          <a:blipFill>
            <a:blip r:embed="rId6"/>
            <a:stretch>
              <a:fillRect/>
            </a:stretch>
          </a:blipFill>
        </p:spPr>
      </p:sp>
      <p:sp>
        <p:nvSpPr>
          <p:cNvPr id="40" name="TextBox 40"/>
          <p:cNvSpPr txBox="1"/>
          <p:nvPr/>
        </p:nvSpPr>
        <p:spPr>
          <a:xfrm>
            <a:off x="1028700" y="2103047"/>
            <a:ext cx="8428143" cy="971550"/>
          </a:xfrm>
          <a:prstGeom prst="rect">
            <a:avLst/>
          </a:prstGeom>
        </p:spPr>
        <p:txBody>
          <a:bodyPr lIns="0" tIns="0" rIns="0" bIns="0" rtlCol="0" anchor="t">
            <a:spAutoFit/>
          </a:bodyPr>
          <a:lstStyle/>
          <a:p>
            <a:pPr algn="l">
              <a:lnSpc>
                <a:spcPts val="7349"/>
              </a:lnSpc>
            </a:pPr>
            <a:r>
              <a:rPr lang="en-US" sz="6999" spc="139">
                <a:solidFill>
                  <a:srgbClr val="FEFEFF"/>
                </a:solidFill>
                <a:latin typeface="Norwester"/>
                <a:ea typeface="Norwester"/>
                <a:cs typeface="Norwester"/>
                <a:sym typeface="Norwester"/>
              </a:rPr>
              <a:t>MENJADI UI DESIGNER</a:t>
            </a:r>
          </a:p>
        </p:txBody>
      </p:sp>
      <p:sp>
        <p:nvSpPr>
          <p:cNvPr id="41" name="TextBox 41"/>
          <p:cNvSpPr txBox="1"/>
          <p:nvPr/>
        </p:nvSpPr>
        <p:spPr>
          <a:xfrm>
            <a:off x="1028700" y="1428495"/>
            <a:ext cx="4346228" cy="417377"/>
          </a:xfrm>
          <a:prstGeom prst="rect">
            <a:avLst/>
          </a:prstGeom>
        </p:spPr>
        <p:txBody>
          <a:bodyPr lIns="0" tIns="0" rIns="0" bIns="0" rtlCol="0" anchor="t">
            <a:spAutoFit/>
          </a:bodyPr>
          <a:lstStyle/>
          <a:p>
            <a:pPr algn="l">
              <a:lnSpc>
                <a:spcPts val="3442"/>
              </a:lnSpc>
              <a:spcBef>
                <a:spcPct val="0"/>
              </a:spcBef>
            </a:pPr>
            <a:r>
              <a:rPr lang="en-US" sz="2295" b="1" spc="275">
                <a:solidFill>
                  <a:srgbClr val="FEFEFF"/>
                </a:solidFill>
                <a:latin typeface="Inter Semi-Bold"/>
                <a:ea typeface="Inter Semi-Bold"/>
                <a:cs typeface="Inter Semi-Bold"/>
                <a:sym typeface="Inter Semi-Bold"/>
              </a:rPr>
              <a:t>8 Langkah Cara Memulai </a:t>
            </a:r>
          </a:p>
        </p:txBody>
      </p:sp>
      <p:sp>
        <p:nvSpPr>
          <p:cNvPr id="42" name="TextBox 42"/>
          <p:cNvSpPr txBox="1"/>
          <p:nvPr/>
        </p:nvSpPr>
        <p:spPr>
          <a:xfrm>
            <a:off x="1028700" y="3179372"/>
            <a:ext cx="11809477" cy="407852"/>
          </a:xfrm>
          <a:prstGeom prst="rect">
            <a:avLst/>
          </a:prstGeom>
        </p:spPr>
        <p:txBody>
          <a:bodyPr lIns="0" tIns="0" rIns="0" bIns="0" rtlCol="0" anchor="t">
            <a:spAutoFit/>
          </a:bodyPr>
          <a:lstStyle/>
          <a:p>
            <a:pPr algn="l">
              <a:lnSpc>
                <a:spcPts val="3442"/>
              </a:lnSpc>
              <a:spcBef>
                <a:spcPct val="0"/>
              </a:spcBef>
            </a:pPr>
            <a:r>
              <a:rPr lang="en-US" sz="2295" b="1" spc="275">
                <a:solidFill>
                  <a:srgbClr val="FEFEFF"/>
                </a:solidFill>
                <a:latin typeface="Inter Bold"/>
                <a:ea typeface="Inter Bold"/>
                <a:cs typeface="Inter Bold"/>
                <a:sym typeface="Inter Bold"/>
              </a:rPr>
              <a:t>  5. Mulai bergabung dengan komunitas</a:t>
            </a:r>
          </a:p>
        </p:txBody>
      </p:sp>
      <p:sp>
        <p:nvSpPr>
          <p:cNvPr id="43" name="TextBox 43"/>
          <p:cNvSpPr txBox="1"/>
          <p:nvPr/>
        </p:nvSpPr>
        <p:spPr>
          <a:xfrm>
            <a:off x="1458433" y="3691999"/>
            <a:ext cx="13881496" cy="1265102"/>
          </a:xfrm>
          <a:prstGeom prst="rect">
            <a:avLst/>
          </a:prstGeom>
        </p:spPr>
        <p:txBody>
          <a:bodyPr lIns="0" tIns="0" rIns="0" bIns="0" rtlCol="0" anchor="t">
            <a:spAutoFit/>
          </a:bodyPr>
          <a:lstStyle/>
          <a:p>
            <a:pPr algn="l">
              <a:lnSpc>
                <a:spcPts val="3442"/>
              </a:lnSpc>
            </a:pPr>
            <a:r>
              <a:rPr lang="en-US" sz="2295" spc="275">
                <a:solidFill>
                  <a:srgbClr val="FEFEFF"/>
                </a:solidFill>
                <a:latin typeface="Inter"/>
                <a:ea typeface="Inter"/>
                <a:cs typeface="Inter"/>
                <a:sym typeface="Inter"/>
              </a:rPr>
              <a:t>Bergabunglah dengan komunitas baik itu berupa grup member, forum Facebook, ataupun lainnya. Karena disanalah anda akan mendapatkan ilmu baru dan bertukar pikiran dengan mendalami bidang profesi yang sama. </a:t>
            </a:r>
          </a:p>
        </p:txBody>
      </p:sp>
      <p:sp>
        <p:nvSpPr>
          <p:cNvPr id="44" name="TextBox 44"/>
          <p:cNvSpPr txBox="1"/>
          <p:nvPr/>
        </p:nvSpPr>
        <p:spPr>
          <a:xfrm>
            <a:off x="1028700" y="5500560"/>
            <a:ext cx="11809477" cy="407852"/>
          </a:xfrm>
          <a:prstGeom prst="rect">
            <a:avLst/>
          </a:prstGeom>
        </p:spPr>
        <p:txBody>
          <a:bodyPr lIns="0" tIns="0" rIns="0" bIns="0" rtlCol="0" anchor="t">
            <a:spAutoFit/>
          </a:bodyPr>
          <a:lstStyle/>
          <a:p>
            <a:pPr algn="l">
              <a:lnSpc>
                <a:spcPts val="3442"/>
              </a:lnSpc>
              <a:spcBef>
                <a:spcPct val="0"/>
              </a:spcBef>
            </a:pPr>
            <a:r>
              <a:rPr lang="en-US" sz="2295" b="1" spc="275">
                <a:solidFill>
                  <a:srgbClr val="FEFEFF"/>
                </a:solidFill>
                <a:latin typeface="Inter Bold"/>
                <a:ea typeface="Inter Bold"/>
                <a:cs typeface="Inter Bold"/>
                <a:sym typeface="Inter Bold"/>
              </a:rPr>
              <a:t>  6. Mengikuti update mengenai design trending</a:t>
            </a:r>
          </a:p>
        </p:txBody>
      </p:sp>
      <p:sp>
        <p:nvSpPr>
          <p:cNvPr id="45" name="TextBox 45"/>
          <p:cNvSpPr txBox="1"/>
          <p:nvPr/>
        </p:nvSpPr>
        <p:spPr>
          <a:xfrm>
            <a:off x="1458433" y="6013187"/>
            <a:ext cx="13881496" cy="1693727"/>
          </a:xfrm>
          <a:prstGeom prst="rect">
            <a:avLst/>
          </a:prstGeom>
        </p:spPr>
        <p:txBody>
          <a:bodyPr lIns="0" tIns="0" rIns="0" bIns="0" rtlCol="0" anchor="t">
            <a:spAutoFit/>
          </a:bodyPr>
          <a:lstStyle/>
          <a:p>
            <a:pPr algn="l">
              <a:lnSpc>
                <a:spcPts val="3442"/>
              </a:lnSpc>
            </a:pPr>
            <a:r>
              <a:rPr lang="en-US" sz="2295" spc="275">
                <a:solidFill>
                  <a:srgbClr val="FEFEFF"/>
                </a:solidFill>
                <a:latin typeface="Inter"/>
                <a:ea typeface="Inter"/>
                <a:cs typeface="Inter"/>
                <a:sym typeface="Inter"/>
              </a:rPr>
              <a:t>Hal ini perlu diperhatikan, karena perkembangan desain tidak pernah ada hentinya. Desain yang baik yaitu desain yang selalu menyesuaikan dengan kebutuhan saat ini. Sehingga untuk terhindar dari kata kuno anda harus selalu mengikuti perkembangan desain.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2940"/>
        </a:solidFill>
        <a:effectLst/>
      </p:bgPr>
    </p:bg>
    <p:spTree>
      <p:nvGrpSpPr>
        <p:cNvPr id="1" name=""/>
        <p:cNvGrpSpPr/>
        <p:nvPr/>
      </p:nvGrpSpPr>
      <p:grpSpPr>
        <a:xfrm>
          <a:off x="0" y="0"/>
          <a:ext cx="0" cy="0"/>
          <a:chOff x="0" y="0"/>
          <a:chExt cx="0" cy="0"/>
        </a:xfrm>
      </p:grpSpPr>
      <p:sp>
        <p:nvSpPr>
          <p:cNvPr id="2" name="Freeform 2"/>
          <p:cNvSpPr/>
          <p:nvPr/>
        </p:nvSpPr>
        <p:spPr>
          <a:xfrm>
            <a:off x="9525"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15000"/>
            </a:blip>
            <a:stretch>
              <a:fillRect/>
            </a:stretch>
          </a:blipFill>
        </p:spPr>
      </p:sp>
      <p:grpSp>
        <p:nvGrpSpPr>
          <p:cNvPr id="3" name="Group 3"/>
          <p:cNvGrpSpPr/>
          <p:nvPr/>
        </p:nvGrpSpPr>
        <p:grpSpPr>
          <a:xfrm>
            <a:off x="7510084" y="732996"/>
            <a:ext cx="3267833" cy="591408"/>
            <a:chOff x="0" y="0"/>
            <a:chExt cx="4357110" cy="788544"/>
          </a:xfrm>
        </p:grpSpPr>
        <p:sp>
          <p:nvSpPr>
            <p:cNvPr id="4" name="Freeform 4"/>
            <p:cNvSpPr/>
            <p:nvPr/>
          </p:nvSpPr>
          <p:spPr>
            <a:xfrm>
              <a:off x="0" y="0"/>
              <a:ext cx="732988" cy="732988"/>
            </a:xfrm>
            <a:custGeom>
              <a:avLst/>
              <a:gdLst/>
              <a:ahLst/>
              <a:cxnLst/>
              <a:rect l="l" t="t" r="r" b="b"/>
              <a:pathLst>
                <a:path w="732988" h="732988">
                  <a:moveTo>
                    <a:pt x="0" y="0"/>
                  </a:moveTo>
                  <a:lnTo>
                    <a:pt x="732988" y="0"/>
                  </a:lnTo>
                  <a:lnTo>
                    <a:pt x="732988" y="732988"/>
                  </a:lnTo>
                  <a:lnTo>
                    <a:pt x="0" y="732988"/>
                  </a:lnTo>
                  <a:lnTo>
                    <a:pt x="0" y="0"/>
                  </a:lnTo>
                  <a:close/>
                </a:path>
              </a:pathLst>
            </a:custGeom>
            <a:blipFill>
              <a:blip r:embed="rId3"/>
              <a:stretch>
                <a:fillRect/>
              </a:stretch>
            </a:blipFill>
          </p:spPr>
        </p:sp>
        <p:sp>
          <p:nvSpPr>
            <p:cNvPr id="5" name="Freeform 5"/>
            <p:cNvSpPr/>
            <p:nvPr/>
          </p:nvSpPr>
          <p:spPr>
            <a:xfrm>
              <a:off x="935429" y="0"/>
              <a:ext cx="732988" cy="732988"/>
            </a:xfrm>
            <a:custGeom>
              <a:avLst/>
              <a:gdLst/>
              <a:ahLst/>
              <a:cxnLst/>
              <a:rect l="l" t="t" r="r" b="b"/>
              <a:pathLst>
                <a:path w="732988" h="732988">
                  <a:moveTo>
                    <a:pt x="0" y="0"/>
                  </a:moveTo>
                  <a:lnTo>
                    <a:pt x="732988" y="0"/>
                  </a:lnTo>
                  <a:lnTo>
                    <a:pt x="732988" y="732988"/>
                  </a:lnTo>
                  <a:lnTo>
                    <a:pt x="0" y="732988"/>
                  </a:lnTo>
                  <a:lnTo>
                    <a:pt x="0" y="0"/>
                  </a:lnTo>
                  <a:close/>
                </a:path>
              </a:pathLst>
            </a:custGeom>
            <a:blipFill>
              <a:blip r:embed="rId4"/>
              <a:stretch>
                <a:fillRect/>
              </a:stretch>
            </a:blipFill>
          </p:spPr>
        </p:sp>
        <p:sp>
          <p:nvSpPr>
            <p:cNvPr id="6" name="Freeform 6"/>
            <p:cNvSpPr/>
            <p:nvPr/>
          </p:nvSpPr>
          <p:spPr>
            <a:xfrm>
              <a:off x="1872405" y="55556"/>
              <a:ext cx="2484706" cy="732988"/>
            </a:xfrm>
            <a:custGeom>
              <a:avLst/>
              <a:gdLst/>
              <a:ahLst/>
              <a:cxnLst/>
              <a:rect l="l" t="t" r="r" b="b"/>
              <a:pathLst>
                <a:path w="2484706" h="732988">
                  <a:moveTo>
                    <a:pt x="0" y="0"/>
                  </a:moveTo>
                  <a:lnTo>
                    <a:pt x="2484705" y="0"/>
                  </a:lnTo>
                  <a:lnTo>
                    <a:pt x="2484705" y="732988"/>
                  </a:lnTo>
                  <a:lnTo>
                    <a:pt x="0" y="732988"/>
                  </a:lnTo>
                  <a:lnTo>
                    <a:pt x="0" y="0"/>
                  </a:lnTo>
                  <a:close/>
                </a:path>
              </a:pathLst>
            </a:custGeom>
            <a:blipFill>
              <a:blip r:embed="rId5"/>
              <a:stretch>
                <a:fillRect/>
              </a:stretch>
            </a:blipFill>
          </p:spPr>
        </p:sp>
      </p:grpSp>
      <p:grpSp>
        <p:nvGrpSpPr>
          <p:cNvPr id="7" name="Group 7"/>
          <p:cNvGrpSpPr/>
          <p:nvPr/>
        </p:nvGrpSpPr>
        <p:grpSpPr>
          <a:xfrm>
            <a:off x="13819395" y="-1307921"/>
            <a:ext cx="7040355" cy="6307586"/>
            <a:chOff x="0" y="0"/>
            <a:chExt cx="9387141" cy="8410115"/>
          </a:xfrm>
        </p:grpSpPr>
        <p:grpSp>
          <p:nvGrpSpPr>
            <p:cNvPr id="8" name="Group 8"/>
            <p:cNvGrpSpPr/>
            <p:nvPr/>
          </p:nvGrpSpPr>
          <p:grpSpPr>
            <a:xfrm>
              <a:off x="4693570" y="0"/>
              <a:ext cx="4693570" cy="8410115"/>
              <a:chOff x="0" y="0"/>
              <a:chExt cx="948267" cy="1699140"/>
            </a:xfrm>
          </p:grpSpPr>
          <p:sp>
            <p:nvSpPr>
              <p:cNvPr id="9" name="Freeform 9"/>
              <p:cNvSpPr/>
              <p:nvPr/>
            </p:nvSpPr>
            <p:spPr>
              <a:xfrm>
                <a:off x="0" y="0"/>
                <a:ext cx="948267" cy="1699140"/>
              </a:xfrm>
              <a:custGeom>
                <a:avLst/>
                <a:gdLst/>
                <a:ahLst/>
                <a:cxnLst/>
                <a:rect l="l" t="t" r="r" b="b"/>
                <a:pathLst>
                  <a:path w="948267" h="1699140">
                    <a:moveTo>
                      <a:pt x="0" y="849570"/>
                    </a:moveTo>
                    <a:lnTo>
                      <a:pt x="406400" y="0"/>
                    </a:lnTo>
                    <a:lnTo>
                      <a:pt x="406400" y="203200"/>
                    </a:lnTo>
                    <a:lnTo>
                      <a:pt x="948267" y="203200"/>
                    </a:lnTo>
                    <a:lnTo>
                      <a:pt x="948267" y="1495940"/>
                    </a:lnTo>
                    <a:lnTo>
                      <a:pt x="406400" y="1495940"/>
                    </a:lnTo>
                    <a:lnTo>
                      <a:pt x="406400" y="1699140"/>
                    </a:lnTo>
                    <a:lnTo>
                      <a:pt x="0" y="849570"/>
                    </a:lnTo>
                    <a:close/>
                  </a:path>
                </a:pathLst>
              </a:custGeom>
              <a:gradFill rotWithShape="1">
                <a:gsLst>
                  <a:gs pos="0">
                    <a:srgbClr val="CDFFD8">
                      <a:alpha val="100000"/>
                    </a:srgbClr>
                  </a:gs>
                  <a:gs pos="100000">
                    <a:srgbClr val="94B9FF">
                      <a:alpha val="100000"/>
                    </a:srgbClr>
                  </a:gs>
                </a:gsLst>
                <a:lin ang="0"/>
              </a:gradFill>
            </p:spPr>
          </p:sp>
          <p:sp>
            <p:nvSpPr>
              <p:cNvPr id="10" name="TextBox 10"/>
              <p:cNvSpPr txBox="1"/>
              <p:nvPr/>
            </p:nvSpPr>
            <p:spPr>
              <a:xfrm>
                <a:off x="101600" y="146050"/>
                <a:ext cx="846667" cy="1349890"/>
              </a:xfrm>
              <a:prstGeom prst="rect">
                <a:avLst/>
              </a:prstGeom>
            </p:spPr>
            <p:txBody>
              <a:bodyPr lIns="50800" tIns="50800" rIns="50800" bIns="50800" rtlCol="0" anchor="ctr"/>
              <a:lstStyle/>
              <a:p>
                <a:pPr algn="ctr">
                  <a:lnSpc>
                    <a:spcPts val="2486"/>
                  </a:lnSpc>
                </a:pPr>
                <a:endParaRPr/>
              </a:p>
            </p:txBody>
          </p:sp>
        </p:grpSp>
        <p:grpSp>
          <p:nvGrpSpPr>
            <p:cNvPr id="11" name="Group 11"/>
            <p:cNvGrpSpPr/>
            <p:nvPr/>
          </p:nvGrpSpPr>
          <p:grpSpPr>
            <a:xfrm>
              <a:off x="2682040" y="2390174"/>
              <a:ext cx="4023060" cy="1814884"/>
              <a:chOff x="0" y="0"/>
              <a:chExt cx="812800" cy="366671"/>
            </a:xfrm>
          </p:grpSpPr>
          <p:sp>
            <p:nvSpPr>
              <p:cNvPr id="12" name="Freeform 12"/>
              <p:cNvSpPr/>
              <p:nvPr/>
            </p:nvSpPr>
            <p:spPr>
              <a:xfrm>
                <a:off x="0" y="0"/>
                <a:ext cx="812800" cy="366671"/>
              </a:xfrm>
              <a:custGeom>
                <a:avLst/>
                <a:gdLst/>
                <a:ahLst/>
                <a:cxnLst/>
                <a:rect l="l" t="t" r="r" b="b"/>
                <a:pathLst>
                  <a:path w="812800" h="366671">
                    <a:moveTo>
                      <a:pt x="609600" y="0"/>
                    </a:moveTo>
                    <a:lnTo>
                      <a:pt x="0" y="0"/>
                    </a:lnTo>
                    <a:lnTo>
                      <a:pt x="203200" y="366671"/>
                    </a:lnTo>
                    <a:lnTo>
                      <a:pt x="812800" y="366671"/>
                    </a:lnTo>
                    <a:lnTo>
                      <a:pt x="609600" y="0"/>
                    </a:lnTo>
                    <a:close/>
                  </a:path>
                </a:pathLst>
              </a:custGeom>
              <a:solidFill>
                <a:srgbClr val="144D5F"/>
              </a:solidFill>
            </p:spPr>
          </p:sp>
          <p:sp>
            <p:nvSpPr>
              <p:cNvPr id="13" name="TextBox 13"/>
              <p:cNvSpPr txBox="1"/>
              <p:nvPr/>
            </p:nvSpPr>
            <p:spPr>
              <a:xfrm>
                <a:off x="101600" y="-57150"/>
                <a:ext cx="609600" cy="423821"/>
              </a:xfrm>
              <a:prstGeom prst="rect">
                <a:avLst/>
              </a:prstGeom>
            </p:spPr>
            <p:txBody>
              <a:bodyPr lIns="50800" tIns="50800" rIns="50800" bIns="50800" rtlCol="0" anchor="ctr"/>
              <a:lstStyle/>
              <a:p>
                <a:pPr algn="ctr">
                  <a:lnSpc>
                    <a:spcPts val="2486"/>
                  </a:lnSpc>
                </a:pPr>
                <a:endParaRPr/>
              </a:p>
            </p:txBody>
          </p:sp>
        </p:grpSp>
        <p:grpSp>
          <p:nvGrpSpPr>
            <p:cNvPr id="14" name="Group 14"/>
            <p:cNvGrpSpPr/>
            <p:nvPr/>
          </p:nvGrpSpPr>
          <p:grpSpPr>
            <a:xfrm>
              <a:off x="0" y="500864"/>
              <a:ext cx="7716008" cy="2011530"/>
              <a:chOff x="0" y="0"/>
              <a:chExt cx="1558906" cy="406400"/>
            </a:xfrm>
          </p:grpSpPr>
          <p:sp>
            <p:nvSpPr>
              <p:cNvPr id="15" name="Freeform 15"/>
              <p:cNvSpPr/>
              <p:nvPr/>
            </p:nvSpPr>
            <p:spPr>
              <a:xfrm>
                <a:off x="0" y="0"/>
                <a:ext cx="1558906" cy="406400"/>
              </a:xfrm>
              <a:custGeom>
                <a:avLst/>
                <a:gdLst/>
                <a:ahLst/>
                <a:cxnLst/>
                <a:rect l="l" t="t" r="r" b="b"/>
                <a:pathLst>
                  <a:path w="1558906" h="406400">
                    <a:moveTo>
                      <a:pt x="1355706" y="0"/>
                    </a:moveTo>
                    <a:cubicBezTo>
                      <a:pt x="1467930" y="0"/>
                      <a:pt x="1558906" y="90976"/>
                      <a:pt x="1558906" y="203200"/>
                    </a:cubicBezTo>
                    <a:cubicBezTo>
                      <a:pt x="1558906" y="315424"/>
                      <a:pt x="1467930" y="406400"/>
                      <a:pt x="1355706" y="406400"/>
                    </a:cubicBezTo>
                    <a:lnTo>
                      <a:pt x="203200" y="406400"/>
                    </a:lnTo>
                    <a:cubicBezTo>
                      <a:pt x="90976" y="406400"/>
                      <a:pt x="0" y="315424"/>
                      <a:pt x="0" y="203200"/>
                    </a:cubicBezTo>
                    <a:cubicBezTo>
                      <a:pt x="0" y="90976"/>
                      <a:pt x="90976" y="0"/>
                      <a:pt x="203200" y="0"/>
                    </a:cubicBezTo>
                    <a:close/>
                  </a:path>
                </a:pathLst>
              </a:custGeom>
              <a:solidFill>
                <a:srgbClr val="46A0B1"/>
              </a:solidFill>
            </p:spPr>
          </p:sp>
          <p:sp>
            <p:nvSpPr>
              <p:cNvPr id="16" name="TextBox 16"/>
              <p:cNvSpPr txBox="1"/>
              <p:nvPr/>
            </p:nvSpPr>
            <p:spPr>
              <a:xfrm>
                <a:off x="0" y="-57150"/>
                <a:ext cx="1558906" cy="463550"/>
              </a:xfrm>
              <a:prstGeom prst="rect">
                <a:avLst/>
              </a:prstGeom>
            </p:spPr>
            <p:txBody>
              <a:bodyPr lIns="50800" tIns="50800" rIns="50800" bIns="50800" rtlCol="0" anchor="ctr"/>
              <a:lstStyle/>
              <a:p>
                <a:pPr algn="ctr">
                  <a:lnSpc>
                    <a:spcPts val="2486"/>
                  </a:lnSpc>
                </a:pPr>
                <a:endParaRPr/>
              </a:p>
            </p:txBody>
          </p:sp>
        </p:grpSp>
        <p:grpSp>
          <p:nvGrpSpPr>
            <p:cNvPr id="17" name="Group 17"/>
            <p:cNvGrpSpPr/>
            <p:nvPr/>
          </p:nvGrpSpPr>
          <p:grpSpPr>
            <a:xfrm>
              <a:off x="4693570" y="181997"/>
              <a:ext cx="4023060" cy="4023060"/>
              <a:chOff x="0" y="0"/>
              <a:chExt cx="812800" cy="812800"/>
            </a:xfrm>
          </p:grpSpPr>
          <p:sp>
            <p:nvSpPr>
              <p:cNvPr id="18" name="Freeform 18"/>
              <p:cNvSpPr/>
              <p:nvPr/>
            </p:nvSpPr>
            <p:spPr>
              <a:xfrm>
                <a:off x="0" y="0"/>
                <a:ext cx="812800" cy="812800"/>
              </a:xfrm>
              <a:custGeom>
                <a:avLst/>
                <a:gdLst/>
                <a:ahLst/>
                <a:cxnLst/>
                <a:rect l="l" t="t" r="r" b="b"/>
                <a:pathLst>
                  <a:path w="812800" h="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46A0B1"/>
              </a:solidFill>
            </p:spPr>
          </p:sp>
          <p:sp>
            <p:nvSpPr>
              <p:cNvPr id="19" name="TextBox 19"/>
              <p:cNvSpPr txBox="1"/>
              <p:nvPr/>
            </p:nvSpPr>
            <p:spPr>
              <a:xfrm>
                <a:off x="203200" y="-57150"/>
                <a:ext cx="406400" cy="768350"/>
              </a:xfrm>
              <a:prstGeom prst="rect">
                <a:avLst/>
              </a:prstGeom>
            </p:spPr>
            <p:txBody>
              <a:bodyPr lIns="50800" tIns="50800" rIns="50800" bIns="50800" rtlCol="0" anchor="ctr"/>
              <a:lstStyle/>
              <a:p>
                <a:pPr algn="ctr">
                  <a:lnSpc>
                    <a:spcPts val="2486"/>
                  </a:lnSpc>
                </a:pPr>
                <a:endParaRPr/>
              </a:p>
            </p:txBody>
          </p:sp>
        </p:grpSp>
        <p:grpSp>
          <p:nvGrpSpPr>
            <p:cNvPr id="20" name="Group 20"/>
            <p:cNvGrpSpPr/>
            <p:nvPr/>
          </p:nvGrpSpPr>
          <p:grpSpPr>
            <a:xfrm rot="-421994">
              <a:off x="1547198" y="1087681"/>
              <a:ext cx="3507933" cy="5261900"/>
              <a:chOff x="0" y="0"/>
              <a:chExt cx="406400" cy="609600"/>
            </a:xfrm>
          </p:grpSpPr>
          <p:sp>
            <p:nvSpPr>
              <p:cNvPr id="21" name="Freeform 21"/>
              <p:cNvSpPr/>
              <p:nvPr/>
            </p:nvSpPr>
            <p:spPr>
              <a:xfrm>
                <a:off x="0" y="0"/>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gradFill rotWithShape="1">
                <a:gsLst>
                  <a:gs pos="0">
                    <a:srgbClr val="CDFFD8">
                      <a:alpha val="60000"/>
                    </a:srgbClr>
                  </a:gs>
                  <a:gs pos="100000">
                    <a:srgbClr val="94B9FF">
                      <a:alpha val="60000"/>
                    </a:srgbClr>
                  </a:gs>
                </a:gsLst>
                <a:lin ang="0"/>
              </a:gradFill>
            </p:spPr>
          </p:sp>
          <p:sp>
            <p:nvSpPr>
              <p:cNvPr id="22" name="TextBox 22"/>
              <p:cNvSpPr txBox="1"/>
              <p:nvPr/>
            </p:nvSpPr>
            <p:spPr>
              <a:xfrm>
                <a:off x="101600" y="-57150"/>
                <a:ext cx="203200" cy="666750"/>
              </a:xfrm>
              <a:prstGeom prst="rect">
                <a:avLst/>
              </a:prstGeom>
            </p:spPr>
            <p:txBody>
              <a:bodyPr lIns="50800" tIns="50800" rIns="50800" bIns="50800" rtlCol="0" anchor="ctr"/>
              <a:lstStyle/>
              <a:p>
                <a:pPr algn="ctr">
                  <a:lnSpc>
                    <a:spcPts val="2486"/>
                  </a:lnSpc>
                </a:pPr>
                <a:endParaRPr/>
              </a:p>
            </p:txBody>
          </p:sp>
        </p:grpSp>
      </p:grpSp>
      <p:grpSp>
        <p:nvGrpSpPr>
          <p:cNvPr id="23" name="Group 23"/>
          <p:cNvGrpSpPr/>
          <p:nvPr/>
        </p:nvGrpSpPr>
        <p:grpSpPr>
          <a:xfrm>
            <a:off x="-1705191" y="6469644"/>
            <a:ext cx="5713901" cy="4834459"/>
            <a:chOff x="0" y="0"/>
            <a:chExt cx="7618535" cy="6445946"/>
          </a:xfrm>
        </p:grpSpPr>
        <p:grpSp>
          <p:nvGrpSpPr>
            <p:cNvPr id="24" name="Group 24"/>
            <p:cNvGrpSpPr/>
            <p:nvPr/>
          </p:nvGrpSpPr>
          <p:grpSpPr>
            <a:xfrm>
              <a:off x="0" y="0"/>
              <a:ext cx="3516247" cy="6084231"/>
              <a:chOff x="0" y="0"/>
              <a:chExt cx="812800" cy="1406404"/>
            </a:xfrm>
          </p:grpSpPr>
          <p:sp>
            <p:nvSpPr>
              <p:cNvPr id="25" name="Freeform 25"/>
              <p:cNvSpPr/>
              <p:nvPr/>
            </p:nvSpPr>
            <p:spPr>
              <a:xfrm>
                <a:off x="0" y="0"/>
                <a:ext cx="812800" cy="1406404"/>
              </a:xfrm>
              <a:custGeom>
                <a:avLst/>
                <a:gdLst/>
                <a:ahLst/>
                <a:cxnLst/>
                <a:rect l="l" t="t" r="r" b="b"/>
                <a:pathLst>
                  <a:path w="812800" h="1406404">
                    <a:moveTo>
                      <a:pt x="812800" y="703202"/>
                    </a:moveTo>
                    <a:lnTo>
                      <a:pt x="406400" y="0"/>
                    </a:lnTo>
                    <a:lnTo>
                      <a:pt x="406400" y="203200"/>
                    </a:lnTo>
                    <a:lnTo>
                      <a:pt x="0" y="203200"/>
                    </a:lnTo>
                    <a:lnTo>
                      <a:pt x="0" y="1203204"/>
                    </a:lnTo>
                    <a:lnTo>
                      <a:pt x="406400" y="1203204"/>
                    </a:lnTo>
                    <a:lnTo>
                      <a:pt x="406400" y="1406404"/>
                    </a:lnTo>
                    <a:lnTo>
                      <a:pt x="812800" y="703202"/>
                    </a:lnTo>
                    <a:close/>
                  </a:path>
                </a:pathLst>
              </a:custGeom>
              <a:gradFill rotWithShape="1">
                <a:gsLst>
                  <a:gs pos="0">
                    <a:srgbClr val="CDFFD8">
                      <a:alpha val="100000"/>
                    </a:srgbClr>
                  </a:gs>
                  <a:gs pos="100000">
                    <a:srgbClr val="94B9FF">
                      <a:alpha val="100000"/>
                    </a:srgbClr>
                  </a:gs>
                </a:gsLst>
                <a:lin ang="0"/>
              </a:gradFill>
            </p:spPr>
          </p:sp>
          <p:sp>
            <p:nvSpPr>
              <p:cNvPr id="26" name="TextBox 26"/>
              <p:cNvSpPr txBox="1"/>
              <p:nvPr/>
            </p:nvSpPr>
            <p:spPr>
              <a:xfrm>
                <a:off x="0" y="146050"/>
                <a:ext cx="711200" cy="1057154"/>
              </a:xfrm>
              <a:prstGeom prst="rect">
                <a:avLst/>
              </a:prstGeom>
            </p:spPr>
            <p:txBody>
              <a:bodyPr lIns="50800" tIns="50800" rIns="50800" bIns="50800" rtlCol="0" anchor="ctr"/>
              <a:lstStyle/>
              <a:p>
                <a:pPr algn="ctr">
                  <a:lnSpc>
                    <a:spcPts val="2486"/>
                  </a:lnSpc>
                </a:pPr>
                <a:endParaRPr/>
              </a:p>
            </p:txBody>
          </p:sp>
        </p:grpSp>
        <p:grpSp>
          <p:nvGrpSpPr>
            <p:cNvPr id="27" name="Group 27"/>
            <p:cNvGrpSpPr/>
            <p:nvPr/>
          </p:nvGrpSpPr>
          <p:grpSpPr>
            <a:xfrm>
              <a:off x="1758123" y="3007515"/>
              <a:ext cx="3516247" cy="2637185"/>
              <a:chOff x="0" y="0"/>
              <a:chExt cx="812800" cy="609600"/>
            </a:xfrm>
          </p:grpSpPr>
          <p:sp>
            <p:nvSpPr>
              <p:cNvPr id="28" name="Freeform 28"/>
              <p:cNvSpPr/>
              <p:nvPr/>
            </p:nvSpPr>
            <p:spPr>
              <a:xfrm>
                <a:off x="0" y="0"/>
                <a:ext cx="812800" cy="609600"/>
              </a:xfrm>
              <a:custGeom>
                <a:avLst/>
                <a:gdLst/>
                <a:ahLst/>
                <a:cxnLst/>
                <a:rect l="l" t="t" r="r" b="b"/>
                <a:pathLst>
                  <a:path w="812800" h="609600">
                    <a:moveTo>
                      <a:pt x="609600" y="0"/>
                    </a:moveTo>
                    <a:lnTo>
                      <a:pt x="0" y="0"/>
                    </a:lnTo>
                    <a:lnTo>
                      <a:pt x="203200" y="609600"/>
                    </a:lnTo>
                    <a:lnTo>
                      <a:pt x="812800" y="609600"/>
                    </a:lnTo>
                    <a:lnTo>
                      <a:pt x="609600" y="0"/>
                    </a:lnTo>
                    <a:close/>
                  </a:path>
                </a:pathLst>
              </a:custGeom>
              <a:solidFill>
                <a:srgbClr val="144D5F"/>
              </a:solidFill>
            </p:spPr>
          </p:sp>
          <p:sp>
            <p:nvSpPr>
              <p:cNvPr id="29" name="TextBox 29"/>
              <p:cNvSpPr txBox="1"/>
              <p:nvPr/>
            </p:nvSpPr>
            <p:spPr>
              <a:xfrm>
                <a:off x="101600" y="-57150"/>
                <a:ext cx="609600" cy="666750"/>
              </a:xfrm>
              <a:prstGeom prst="rect">
                <a:avLst/>
              </a:prstGeom>
            </p:spPr>
            <p:txBody>
              <a:bodyPr lIns="50800" tIns="50800" rIns="50800" bIns="50800" rtlCol="0" anchor="ctr"/>
              <a:lstStyle/>
              <a:p>
                <a:pPr algn="ctr">
                  <a:lnSpc>
                    <a:spcPts val="2486"/>
                  </a:lnSpc>
                </a:pPr>
                <a:endParaRPr/>
              </a:p>
            </p:txBody>
          </p:sp>
        </p:grpSp>
        <p:grpSp>
          <p:nvGrpSpPr>
            <p:cNvPr id="30" name="Group 30"/>
            <p:cNvGrpSpPr/>
            <p:nvPr/>
          </p:nvGrpSpPr>
          <p:grpSpPr>
            <a:xfrm>
              <a:off x="435526" y="4326107"/>
              <a:ext cx="7183009" cy="1758123"/>
              <a:chOff x="0" y="0"/>
              <a:chExt cx="1660392" cy="406400"/>
            </a:xfrm>
          </p:grpSpPr>
          <p:sp>
            <p:nvSpPr>
              <p:cNvPr id="31" name="Freeform 31"/>
              <p:cNvSpPr/>
              <p:nvPr/>
            </p:nvSpPr>
            <p:spPr>
              <a:xfrm>
                <a:off x="0" y="0"/>
                <a:ext cx="1660392" cy="406400"/>
              </a:xfrm>
              <a:custGeom>
                <a:avLst/>
                <a:gdLst/>
                <a:ahLst/>
                <a:cxnLst/>
                <a:rect l="l" t="t" r="r" b="b"/>
                <a:pathLst>
                  <a:path w="1660392" h="406400">
                    <a:moveTo>
                      <a:pt x="1457192" y="0"/>
                    </a:moveTo>
                    <a:cubicBezTo>
                      <a:pt x="1569417" y="0"/>
                      <a:pt x="1660392" y="90976"/>
                      <a:pt x="1660392" y="203200"/>
                    </a:cubicBezTo>
                    <a:cubicBezTo>
                      <a:pt x="1660392" y="315424"/>
                      <a:pt x="1569417" y="406400"/>
                      <a:pt x="1457192" y="406400"/>
                    </a:cubicBezTo>
                    <a:lnTo>
                      <a:pt x="203200" y="406400"/>
                    </a:lnTo>
                    <a:cubicBezTo>
                      <a:pt x="90976" y="406400"/>
                      <a:pt x="0" y="315424"/>
                      <a:pt x="0" y="203200"/>
                    </a:cubicBezTo>
                    <a:cubicBezTo>
                      <a:pt x="0" y="90976"/>
                      <a:pt x="90976" y="0"/>
                      <a:pt x="203200" y="0"/>
                    </a:cubicBezTo>
                    <a:close/>
                  </a:path>
                </a:pathLst>
              </a:custGeom>
              <a:solidFill>
                <a:srgbClr val="46A0B1"/>
              </a:solidFill>
            </p:spPr>
          </p:sp>
          <p:sp>
            <p:nvSpPr>
              <p:cNvPr id="32" name="TextBox 32"/>
              <p:cNvSpPr txBox="1"/>
              <p:nvPr/>
            </p:nvSpPr>
            <p:spPr>
              <a:xfrm>
                <a:off x="0" y="-57150"/>
                <a:ext cx="1660392" cy="463550"/>
              </a:xfrm>
              <a:prstGeom prst="rect">
                <a:avLst/>
              </a:prstGeom>
            </p:spPr>
            <p:txBody>
              <a:bodyPr lIns="50800" tIns="50800" rIns="50800" bIns="50800" rtlCol="0" anchor="ctr"/>
              <a:lstStyle/>
              <a:p>
                <a:pPr algn="ctr">
                  <a:lnSpc>
                    <a:spcPts val="2486"/>
                  </a:lnSpc>
                </a:pPr>
                <a:endParaRPr/>
              </a:p>
            </p:txBody>
          </p:sp>
        </p:grpSp>
        <p:grpSp>
          <p:nvGrpSpPr>
            <p:cNvPr id="33" name="Group 33"/>
            <p:cNvGrpSpPr/>
            <p:nvPr/>
          </p:nvGrpSpPr>
          <p:grpSpPr>
            <a:xfrm>
              <a:off x="0" y="2929699"/>
              <a:ext cx="3516247" cy="3516247"/>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lnTo>
                      <a:pt x="0" y="406400"/>
                    </a:lnTo>
                    <a:lnTo>
                      <a:pt x="203200" y="406400"/>
                    </a:lnTo>
                    <a:lnTo>
                      <a:pt x="203200" y="812800"/>
                    </a:lnTo>
                    <a:lnTo>
                      <a:pt x="609600" y="812800"/>
                    </a:lnTo>
                    <a:lnTo>
                      <a:pt x="609600" y="406400"/>
                    </a:lnTo>
                    <a:lnTo>
                      <a:pt x="812800" y="406400"/>
                    </a:lnTo>
                    <a:lnTo>
                      <a:pt x="406400" y="0"/>
                    </a:lnTo>
                    <a:close/>
                  </a:path>
                </a:pathLst>
              </a:custGeom>
              <a:solidFill>
                <a:srgbClr val="46A0B1"/>
              </a:solidFill>
            </p:spPr>
          </p:sp>
          <p:sp>
            <p:nvSpPr>
              <p:cNvPr id="35" name="TextBox 35"/>
              <p:cNvSpPr txBox="1"/>
              <p:nvPr/>
            </p:nvSpPr>
            <p:spPr>
              <a:xfrm>
                <a:off x="203200" y="44450"/>
                <a:ext cx="406400" cy="768350"/>
              </a:xfrm>
              <a:prstGeom prst="rect">
                <a:avLst/>
              </a:prstGeom>
            </p:spPr>
            <p:txBody>
              <a:bodyPr lIns="50800" tIns="50800" rIns="50800" bIns="50800" rtlCol="0" anchor="ctr"/>
              <a:lstStyle/>
              <a:p>
                <a:pPr algn="ctr">
                  <a:lnSpc>
                    <a:spcPts val="2486"/>
                  </a:lnSpc>
                </a:pPr>
                <a:endParaRPr/>
              </a:p>
            </p:txBody>
          </p:sp>
        </p:grpSp>
        <p:grpSp>
          <p:nvGrpSpPr>
            <p:cNvPr id="36" name="Group 36"/>
            <p:cNvGrpSpPr/>
            <p:nvPr/>
          </p:nvGrpSpPr>
          <p:grpSpPr>
            <a:xfrm rot="-729709">
              <a:off x="3337933" y="1236507"/>
              <a:ext cx="3066014" cy="4599021"/>
              <a:chOff x="0" y="0"/>
              <a:chExt cx="406400" cy="609600"/>
            </a:xfrm>
          </p:grpSpPr>
          <p:sp>
            <p:nvSpPr>
              <p:cNvPr id="37" name="Freeform 37"/>
              <p:cNvSpPr/>
              <p:nvPr/>
            </p:nvSpPr>
            <p:spPr>
              <a:xfrm>
                <a:off x="0" y="0"/>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gradFill rotWithShape="1">
                <a:gsLst>
                  <a:gs pos="0">
                    <a:srgbClr val="CDFFD8">
                      <a:alpha val="60000"/>
                    </a:srgbClr>
                  </a:gs>
                  <a:gs pos="100000">
                    <a:srgbClr val="94B9FF">
                      <a:alpha val="60000"/>
                    </a:srgbClr>
                  </a:gs>
                </a:gsLst>
                <a:lin ang="0"/>
              </a:gradFill>
            </p:spPr>
          </p:sp>
          <p:sp>
            <p:nvSpPr>
              <p:cNvPr id="38" name="TextBox 38"/>
              <p:cNvSpPr txBox="1"/>
              <p:nvPr/>
            </p:nvSpPr>
            <p:spPr>
              <a:xfrm>
                <a:off x="101600" y="-57150"/>
                <a:ext cx="203200" cy="666750"/>
              </a:xfrm>
              <a:prstGeom prst="rect">
                <a:avLst/>
              </a:prstGeom>
            </p:spPr>
            <p:txBody>
              <a:bodyPr lIns="50800" tIns="50800" rIns="50800" bIns="50800" rtlCol="0" anchor="ctr"/>
              <a:lstStyle/>
              <a:p>
                <a:pPr algn="ctr">
                  <a:lnSpc>
                    <a:spcPts val="2486"/>
                  </a:lnSpc>
                </a:pPr>
                <a:endParaRPr/>
              </a:p>
            </p:txBody>
          </p:sp>
        </p:grpSp>
      </p:grpSp>
      <p:sp>
        <p:nvSpPr>
          <p:cNvPr id="39" name="Freeform 39"/>
          <p:cNvSpPr/>
          <p:nvPr/>
        </p:nvSpPr>
        <p:spPr>
          <a:xfrm>
            <a:off x="15245913" y="9258300"/>
            <a:ext cx="2595326" cy="648832"/>
          </a:xfrm>
          <a:custGeom>
            <a:avLst/>
            <a:gdLst/>
            <a:ahLst/>
            <a:cxnLst/>
            <a:rect l="l" t="t" r="r" b="b"/>
            <a:pathLst>
              <a:path w="2595326" h="648832">
                <a:moveTo>
                  <a:pt x="0" y="0"/>
                </a:moveTo>
                <a:lnTo>
                  <a:pt x="2595326" y="0"/>
                </a:lnTo>
                <a:lnTo>
                  <a:pt x="2595326" y="648832"/>
                </a:lnTo>
                <a:lnTo>
                  <a:pt x="0" y="648832"/>
                </a:lnTo>
                <a:lnTo>
                  <a:pt x="0" y="0"/>
                </a:lnTo>
                <a:close/>
              </a:path>
            </a:pathLst>
          </a:custGeom>
          <a:blipFill>
            <a:blip r:embed="rId6"/>
            <a:stretch>
              <a:fillRect/>
            </a:stretch>
          </a:blipFill>
        </p:spPr>
      </p:sp>
      <p:sp>
        <p:nvSpPr>
          <p:cNvPr id="40" name="TextBox 40"/>
          <p:cNvSpPr txBox="1"/>
          <p:nvPr/>
        </p:nvSpPr>
        <p:spPr>
          <a:xfrm>
            <a:off x="1028700" y="2103047"/>
            <a:ext cx="8428143" cy="971550"/>
          </a:xfrm>
          <a:prstGeom prst="rect">
            <a:avLst/>
          </a:prstGeom>
        </p:spPr>
        <p:txBody>
          <a:bodyPr lIns="0" tIns="0" rIns="0" bIns="0" rtlCol="0" anchor="t">
            <a:spAutoFit/>
          </a:bodyPr>
          <a:lstStyle/>
          <a:p>
            <a:pPr algn="l">
              <a:lnSpc>
                <a:spcPts val="7349"/>
              </a:lnSpc>
            </a:pPr>
            <a:r>
              <a:rPr lang="en-US" sz="6999" spc="139">
                <a:solidFill>
                  <a:srgbClr val="FEFEFF"/>
                </a:solidFill>
                <a:latin typeface="Norwester"/>
                <a:ea typeface="Norwester"/>
                <a:cs typeface="Norwester"/>
                <a:sym typeface="Norwester"/>
              </a:rPr>
              <a:t>MENJADI UI DESIGNER</a:t>
            </a:r>
          </a:p>
        </p:txBody>
      </p:sp>
      <p:sp>
        <p:nvSpPr>
          <p:cNvPr id="41" name="TextBox 41"/>
          <p:cNvSpPr txBox="1"/>
          <p:nvPr/>
        </p:nvSpPr>
        <p:spPr>
          <a:xfrm>
            <a:off x="1028700" y="1428495"/>
            <a:ext cx="4346228" cy="417377"/>
          </a:xfrm>
          <a:prstGeom prst="rect">
            <a:avLst/>
          </a:prstGeom>
        </p:spPr>
        <p:txBody>
          <a:bodyPr lIns="0" tIns="0" rIns="0" bIns="0" rtlCol="0" anchor="t">
            <a:spAutoFit/>
          </a:bodyPr>
          <a:lstStyle/>
          <a:p>
            <a:pPr algn="l">
              <a:lnSpc>
                <a:spcPts val="3442"/>
              </a:lnSpc>
              <a:spcBef>
                <a:spcPct val="0"/>
              </a:spcBef>
            </a:pPr>
            <a:r>
              <a:rPr lang="en-US" sz="2295" b="1" spc="275">
                <a:solidFill>
                  <a:srgbClr val="FEFEFF"/>
                </a:solidFill>
                <a:latin typeface="Inter Semi-Bold"/>
                <a:ea typeface="Inter Semi-Bold"/>
                <a:cs typeface="Inter Semi-Bold"/>
                <a:sym typeface="Inter Semi-Bold"/>
              </a:rPr>
              <a:t>8 Langkah Cara Memulai </a:t>
            </a:r>
          </a:p>
        </p:txBody>
      </p:sp>
      <p:sp>
        <p:nvSpPr>
          <p:cNvPr id="42" name="TextBox 42"/>
          <p:cNvSpPr txBox="1"/>
          <p:nvPr/>
        </p:nvSpPr>
        <p:spPr>
          <a:xfrm>
            <a:off x="1028700" y="3179372"/>
            <a:ext cx="11809477" cy="407852"/>
          </a:xfrm>
          <a:prstGeom prst="rect">
            <a:avLst/>
          </a:prstGeom>
        </p:spPr>
        <p:txBody>
          <a:bodyPr lIns="0" tIns="0" rIns="0" bIns="0" rtlCol="0" anchor="t">
            <a:spAutoFit/>
          </a:bodyPr>
          <a:lstStyle/>
          <a:p>
            <a:pPr algn="l">
              <a:lnSpc>
                <a:spcPts val="3442"/>
              </a:lnSpc>
              <a:spcBef>
                <a:spcPct val="0"/>
              </a:spcBef>
            </a:pPr>
            <a:r>
              <a:rPr lang="en-US" sz="2295" b="1" spc="275">
                <a:solidFill>
                  <a:srgbClr val="FEFEFF"/>
                </a:solidFill>
                <a:latin typeface="Inter Bold"/>
                <a:ea typeface="Inter Bold"/>
                <a:cs typeface="Inter Bold"/>
                <a:sym typeface="Inter Bold"/>
              </a:rPr>
              <a:t>  7. Memposisikan Diri sebagai Pengguna</a:t>
            </a:r>
          </a:p>
        </p:txBody>
      </p:sp>
      <p:sp>
        <p:nvSpPr>
          <p:cNvPr id="43" name="TextBox 43"/>
          <p:cNvSpPr txBox="1"/>
          <p:nvPr/>
        </p:nvSpPr>
        <p:spPr>
          <a:xfrm>
            <a:off x="1458433" y="3691999"/>
            <a:ext cx="13881496" cy="1693727"/>
          </a:xfrm>
          <a:prstGeom prst="rect">
            <a:avLst/>
          </a:prstGeom>
        </p:spPr>
        <p:txBody>
          <a:bodyPr lIns="0" tIns="0" rIns="0" bIns="0" rtlCol="0" anchor="t">
            <a:spAutoFit/>
          </a:bodyPr>
          <a:lstStyle/>
          <a:p>
            <a:pPr algn="l">
              <a:lnSpc>
                <a:spcPts val="3442"/>
              </a:lnSpc>
            </a:pPr>
            <a:r>
              <a:rPr lang="en-US" sz="2295" spc="275">
                <a:solidFill>
                  <a:srgbClr val="FEFEFF"/>
                </a:solidFill>
                <a:latin typeface="Inter"/>
                <a:ea typeface="Inter"/>
                <a:cs typeface="Inter"/>
                <a:sym typeface="Inter"/>
              </a:rPr>
              <a:t>Anda tidak perlu terlalu terpaku terhadap kesempurnaan desain dan penataan. Karena yang terbaik adalah membuat desain aplikasi dan website yang menarik dan mudah digunakan. Cara terbaik membuat UX dan UI yang nyaman adalah memposisikan diri anda sendiri sebagai pengguna.</a:t>
            </a:r>
          </a:p>
        </p:txBody>
      </p:sp>
      <p:sp>
        <p:nvSpPr>
          <p:cNvPr id="44" name="TextBox 44"/>
          <p:cNvSpPr txBox="1"/>
          <p:nvPr/>
        </p:nvSpPr>
        <p:spPr>
          <a:xfrm>
            <a:off x="1028700" y="5862510"/>
            <a:ext cx="11809477" cy="407852"/>
          </a:xfrm>
          <a:prstGeom prst="rect">
            <a:avLst/>
          </a:prstGeom>
        </p:spPr>
        <p:txBody>
          <a:bodyPr lIns="0" tIns="0" rIns="0" bIns="0" rtlCol="0" anchor="t">
            <a:spAutoFit/>
          </a:bodyPr>
          <a:lstStyle/>
          <a:p>
            <a:pPr algn="l">
              <a:lnSpc>
                <a:spcPts val="3442"/>
              </a:lnSpc>
              <a:spcBef>
                <a:spcPct val="0"/>
              </a:spcBef>
            </a:pPr>
            <a:r>
              <a:rPr lang="en-US" sz="2295" b="1" spc="275">
                <a:solidFill>
                  <a:srgbClr val="FEFEFF"/>
                </a:solidFill>
                <a:latin typeface="Inter Bold"/>
                <a:ea typeface="Inter Bold"/>
                <a:cs typeface="Inter Bold"/>
                <a:sym typeface="Inter Bold"/>
              </a:rPr>
              <a:t>  8. Mintalah Feedback</a:t>
            </a:r>
          </a:p>
        </p:txBody>
      </p:sp>
      <p:sp>
        <p:nvSpPr>
          <p:cNvPr id="45" name="TextBox 45"/>
          <p:cNvSpPr txBox="1"/>
          <p:nvPr/>
        </p:nvSpPr>
        <p:spPr>
          <a:xfrm>
            <a:off x="1458433" y="6375137"/>
            <a:ext cx="13881496" cy="2122352"/>
          </a:xfrm>
          <a:prstGeom prst="rect">
            <a:avLst/>
          </a:prstGeom>
        </p:spPr>
        <p:txBody>
          <a:bodyPr lIns="0" tIns="0" rIns="0" bIns="0" rtlCol="0" anchor="t">
            <a:spAutoFit/>
          </a:bodyPr>
          <a:lstStyle/>
          <a:p>
            <a:pPr algn="l">
              <a:lnSpc>
                <a:spcPts val="3442"/>
              </a:lnSpc>
            </a:pPr>
            <a:r>
              <a:rPr lang="en-US" sz="2295" spc="275">
                <a:solidFill>
                  <a:srgbClr val="FEFEFF"/>
                </a:solidFill>
                <a:latin typeface="Inter"/>
                <a:ea typeface="Inter"/>
                <a:cs typeface="Inter"/>
                <a:sym typeface="Inter"/>
              </a:rPr>
              <a:t>Setelah Anda membuat UI sendiri, kini waktunya Anda meminta feedback. Anda bisa meminta feedback dari teman sesama designer. </a:t>
            </a:r>
          </a:p>
          <a:p>
            <a:pPr algn="l">
              <a:lnSpc>
                <a:spcPts val="3442"/>
              </a:lnSpc>
            </a:pPr>
            <a:endParaRPr lang="en-US" sz="2295" spc="275">
              <a:solidFill>
                <a:srgbClr val="FEFEFF"/>
              </a:solidFill>
              <a:latin typeface="Inter"/>
              <a:ea typeface="Inter"/>
              <a:cs typeface="Inter"/>
              <a:sym typeface="Inter"/>
            </a:endParaRPr>
          </a:p>
          <a:p>
            <a:pPr algn="l">
              <a:lnSpc>
                <a:spcPts val="3442"/>
              </a:lnSpc>
            </a:pPr>
            <a:r>
              <a:rPr lang="en-US" sz="2295" spc="275">
                <a:solidFill>
                  <a:srgbClr val="FEFEFF"/>
                </a:solidFill>
                <a:latin typeface="Inter"/>
                <a:ea typeface="Inter"/>
                <a:cs typeface="Inter"/>
                <a:sym typeface="Inter"/>
              </a:rPr>
              <a:t>Feedback ini sangat penting dalam proses belajar. Karena dengan menerima feedback, Anda jadi tahu bagian mana dari design Anda yang perlu ditingkatkan.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2940"/>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15000"/>
            </a:blip>
            <a:stretch>
              <a:fillRect/>
            </a:stretch>
          </a:blipFill>
        </p:spPr>
      </p:sp>
      <p:grpSp>
        <p:nvGrpSpPr>
          <p:cNvPr id="3" name="Group 3"/>
          <p:cNvGrpSpPr/>
          <p:nvPr/>
        </p:nvGrpSpPr>
        <p:grpSpPr>
          <a:xfrm>
            <a:off x="7510084" y="732996"/>
            <a:ext cx="3267833" cy="591408"/>
            <a:chOff x="0" y="0"/>
            <a:chExt cx="4357110" cy="788544"/>
          </a:xfrm>
        </p:grpSpPr>
        <p:sp>
          <p:nvSpPr>
            <p:cNvPr id="4" name="Freeform 4"/>
            <p:cNvSpPr/>
            <p:nvPr/>
          </p:nvSpPr>
          <p:spPr>
            <a:xfrm>
              <a:off x="0" y="0"/>
              <a:ext cx="732988" cy="732988"/>
            </a:xfrm>
            <a:custGeom>
              <a:avLst/>
              <a:gdLst/>
              <a:ahLst/>
              <a:cxnLst/>
              <a:rect l="l" t="t" r="r" b="b"/>
              <a:pathLst>
                <a:path w="732988" h="732988">
                  <a:moveTo>
                    <a:pt x="0" y="0"/>
                  </a:moveTo>
                  <a:lnTo>
                    <a:pt x="732988" y="0"/>
                  </a:lnTo>
                  <a:lnTo>
                    <a:pt x="732988" y="732988"/>
                  </a:lnTo>
                  <a:lnTo>
                    <a:pt x="0" y="732988"/>
                  </a:lnTo>
                  <a:lnTo>
                    <a:pt x="0" y="0"/>
                  </a:lnTo>
                  <a:close/>
                </a:path>
              </a:pathLst>
            </a:custGeom>
            <a:blipFill>
              <a:blip r:embed="rId3"/>
              <a:stretch>
                <a:fillRect/>
              </a:stretch>
            </a:blipFill>
          </p:spPr>
        </p:sp>
        <p:sp>
          <p:nvSpPr>
            <p:cNvPr id="5" name="Freeform 5"/>
            <p:cNvSpPr/>
            <p:nvPr/>
          </p:nvSpPr>
          <p:spPr>
            <a:xfrm>
              <a:off x="935429" y="0"/>
              <a:ext cx="732988" cy="732988"/>
            </a:xfrm>
            <a:custGeom>
              <a:avLst/>
              <a:gdLst/>
              <a:ahLst/>
              <a:cxnLst/>
              <a:rect l="l" t="t" r="r" b="b"/>
              <a:pathLst>
                <a:path w="732988" h="732988">
                  <a:moveTo>
                    <a:pt x="0" y="0"/>
                  </a:moveTo>
                  <a:lnTo>
                    <a:pt x="732988" y="0"/>
                  </a:lnTo>
                  <a:lnTo>
                    <a:pt x="732988" y="732988"/>
                  </a:lnTo>
                  <a:lnTo>
                    <a:pt x="0" y="732988"/>
                  </a:lnTo>
                  <a:lnTo>
                    <a:pt x="0" y="0"/>
                  </a:lnTo>
                  <a:close/>
                </a:path>
              </a:pathLst>
            </a:custGeom>
            <a:blipFill>
              <a:blip r:embed="rId4"/>
              <a:stretch>
                <a:fillRect/>
              </a:stretch>
            </a:blipFill>
          </p:spPr>
        </p:sp>
        <p:sp>
          <p:nvSpPr>
            <p:cNvPr id="6" name="Freeform 6"/>
            <p:cNvSpPr/>
            <p:nvPr/>
          </p:nvSpPr>
          <p:spPr>
            <a:xfrm>
              <a:off x="1872405" y="55556"/>
              <a:ext cx="2484706" cy="732988"/>
            </a:xfrm>
            <a:custGeom>
              <a:avLst/>
              <a:gdLst/>
              <a:ahLst/>
              <a:cxnLst/>
              <a:rect l="l" t="t" r="r" b="b"/>
              <a:pathLst>
                <a:path w="2484706" h="732988">
                  <a:moveTo>
                    <a:pt x="0" y="0"/>
                  </a:moveTo>
                  <a:lnTo>
                    <a:pt x="2484705" y="0"/>
                  </a:lnTo>
                  <a:lnTo>
                    <a:pt x="2484705" y="732988"/>
                  </a:lnTo>
                  <a:lnTo>
                    <a:pt x="0" y="732988"/>
                  </a:lnTo>
                  <a:lnTo>
                    <a:pt x="0" y="0"/>
                  </a:lnTo>
                  <a:close/>
                </a:path>
              </a:pathLst>
            </a:custGeom>
            <a:blipFill>
              <a:blip r:embed="rId5"/>
              <a:stretch>
                <a:fillRect/>
              </a:stretch>
            </a:blipFill>
          </p:spPr>
        </p:sp>
      </p:grpSp>
      <p:grpSp>
        <p:nvGrpSpPr>
          <p:cNvPr id="7" name="Group 7"/>
          <p:cNvGrpSpPr/>
          <p:nvPr/>
        </p:nvGrpSpPr>
        <p:grpSpPr>
          <a:xfrm>
            <a:off x="13819395" y="-1307921"/>
            <a:ext cx="7040355" cy="6307586"/>
            <a:chOff x="0" y="0"/>
            <a:chExt cx="9387141" cy="8410115"/>
          </a:xfrm>
        </p:grpSpPr>
        <p:grpSp>
          <p:nvGrpSpPr>
            <p:cNvPr id="8" name="Group 8"/>
            <p:cNvGrpSpPr/>
            <p:nvPr/>
          </p:nvGrpSpPr>
          <p:grpSpPr>
            <a:xfrm>
              <a:off x="4693570" y="0"/>
              <a:ext cx="4693570" cy="8410115"/>
              <a:chOff x="0" y="0"/>
              <a:chExt cx="948267" cy="1699140"/>
            </a:xfrm>
          </p:grpSpPr>
          <p:sp>
            <p:nvSpPr>
              <p:cNvPr id="9" name="Freeform 9"/>
              <p:cNvSpPr/>
              <p:nvPr/>
            </p:nvSpPr>
            <p:spPr>
              <a:xfrm>
                <a:off x="0" y="0"/>
                <a:ext cx="948267" cy="1699140"/>
              </a:xfrm>
              <a:custGeom>
                <a:avLst/>
                <a:gdLst/>
                <a:ahLst/>
                <a:cxnLst/>
                <a:rect l="l" t="t" r="r" b="b"/>
                <a:pathLst>
                  <a:path w="948267" h="1699140">
                    <a:moveTo>
                      <a:pt x="0" y="849570"/>
                    </a:moveTo>
                    <a:lnTo>
                      <a:pt x="406400" y="0"/>
                    </a:lnTo>
                    <a:lnTo>
                      <a:pt x="406400" y="203200"/>
                    </a:lnTo>
                    <a:lnTo>
                      <a:pt x="948267" y="203200"/>
                    </a:lnTo>
                    <a:lnTo>
                      <a:pt x="948267" y="1495940"/>
                    </a:lnTo>
                    <a:lnTo>
                      <a:pt x="406400" y="1495940"/>
                    </a:lnTo>
                    <a:lnTo>
                      <a:pt x="406400" y="1699140"/>
                    </a:lnTo>
                    <a:lnTo>
                      <a:pt x="0" y="849570"/>
                    </a:lnTo>
                    <a:close/>
                  </a:path>
                </a:pathLst>
              </a:custGeom>
              <a:gradFill rotWithShape="1">
                <a:gsLst>
                  <a:gs pos="0">
                    <a:srgbClr val="CDFFD8">
                      <a:alpha val="100000"/>
                    </a:srgbClr>
                  </a:gs>
                  <a:gs pos="100000">
                    <a:srgbClr val="94B9FF">
                      <a:alpha val="100000"/>
                    </a:srgbClr>
                  </a:gs>
                </a:gsLst>
                <a:lin ang="0"/>
              </a:gradFill>
            </p:spPr>
          </p:sp>
          <p:sp>
            <p:nvSpPr>
              <p:cNvPr id="10" name="TextBox 10"/>
              <p:cNvSpPr txBox="1"/>
              <p:nvPr/>
            </p:nvSpPr>
            <p:spPr>
              <a:xfrm>
                <a:off x="101600" y="146050"/>
                <a:ext cx="846667" cy="1349890"/>
              </a:xfrm>
              <a:prstGeom prst="rect">
                <a:avLst/>
              </a:prstGeom>
            </p:spPr>
            <p:txBody>
              <a:bodyPr lIns="50800" tIns="50800" rIns="50800" bIns="50800" rtlCol="0" anchor="ctr"/>
              <a:lstStyle/>
              <a:p>
                <a:pPr algn="ctr">
                  <a:lnSpc>
                    <a:spcPts val="2486"/>
                  </a:lnSpc>
                </a:pPr>
                <a:endParaRPr/>
              </a:p>
            </p:txBody>
          </p:sp>
        </p:grpSp>
        <p:grpSp>
          <p:nvGrpSpPr>
            <p:cNvPr id="11" name="Group 11"/>
            <p:cNvGrpSpPr/>
            <p:nvPr/>
          </p:nvGrpSpPr>
          <p:grpSpPr>
            <a:xfrm>
              <a:off x="2682040" y="2390174"/>
              <a:ext cx="4023060" cy="1814884"/>
              <a:chOff x="0" y="0"/>
              <a:chExt cx="812800" cy="366671"/>
            </a:xfrm>
          </p:grpSpPr>
          <p:sp>
            <p:nvSpPr>
              <p:cNvPr id="12" name="Freeform 12"/>
              <p:cNvSpPr/>
              <p:nvPr/>
            </p:nvSpPr>
            <p:spPr>
              <a:xfrm>
                <a:off x="0" y="0"/>
                <a:ext cx="812800" cy="366671"/>
              </a:xfrm>
              <a:custGeom>
                <a:avLst/>
                <a:gdLst/>
                <a:ahLst/>
                <a:cxnLst/>
                <a:rect l="l" t="t" r="r" b="b"/>
                <a:pathLst>
                  <a:path w="812800" h="366671">
                    <a:moveTo>
                      <a:pt x="609600" y="0"/>
                    </a:moveTo>
                    <a:lnTo>
                      <a:pt x="0" y="0"/>
                    </a:lnTo>
                    <a:lnTo>
                      <a:pt x="203200" y="366671"/>
                    </a:lnTo>
                    <a:lnTo>
                      <a:pt x="812800" y="366671"/>
                    </a:lnTo>
                    <a:lnTo>
                      <a:pt x="609600" y="0"/>
                    </a:lnTo>
                    <a:close/>
                  </a:path>
                </a:pathLst>
              </a:custGeom>
              <a:solidFill>
                <a:srgbClr val="144D5F"/>
              </a:solidFill>
            </p:spPr>
          </p:sp>
          <p:sp>
            <p:nvSpPr>
              <p:cNvPr id="13" name="TextBox 13"/>
              <p:cNvSpPr txBox="1"/>
              <p:nvPr/>
            </p:nvSpPr>
            <p:spPr>
              <a:xfrm>
                <a:off x="101600" y="-57150"/>
                <a:ext cx="609600" cy="423821"/>
              </a:xfrm>
              <a:prstGeom prst="rect">
                <a:avLst/>
              </a:prstGeom>
            </p:spPr>
            <p:txBody>
              <a:bodyPr lIns="50800" tIns="50800" rIns="50800" bIns="50800" rtlCol="0" anchor="ctr"/>
              <a:lstStyle/>
              <a:p>
                <a:pPr algn="ctr">
                  <a:lnSpc>
                    <a:spcPts val="2486"/>
                  </a:lnSpc>
                </a:pPr>
                <a:endParaRPr/>
              </a:p>
            </p:txBody>
          </p:sp>
        </p:grpSp>
        <p:grpSp>
          <p:nvGrpSpPr>
            <p:cNvPr id="14" name="Group 14"/>
            <p:cNvGrpSpPr/>
            <p:nvPr/>
          </p:nvGrpSpPr>
          <p:grpSpPr>
            <a:xfrm>
              <a:off x="0" y="500864"/>
              <a:ext cx="7716008" cy="2011530"/>
              <a:chOff x="0" y="0"/>
              <a:chExt cx="1558906" cy="406400"/>
            </a:xfrm>
          </p:grpSpPr>
          <p:sp>
            <p:nvSpPr>
              <p:cNvPr id="15" name="Freeform 15"/>
              <p:cNvSpPr/>
              <p:nvPr/>
            </p:nvSpPr>
            <p:spPr>
              <a:xfrm>
                <a:off x="0" y="0"/>
                <a:ext cx="1558906" cy="406400"/>
              </a:xfrm>
              <a:custGeom>
                <a:avLst/>
                <a:gdLst/>
                <a:ahLst/>
                <a:cxnLst/>
                <a:rect l="l" t="t" r="r" b="b"/>
                <a:pathLst>
                  <a:path w="1558906" h="406400">
                    <a:moveTo>
                      <a:pt x="1355706" y="0"/>
                    </a:moveTo>
                    <a:cubicBezTo>
                      <a:pt x="1467930" y="0"/>
                      <a:pt x="1558906" y="90976"/>
                      <a:pt x="1558906" y="203200"/>
                    </a:cubicBezTo>
                    <a:cubicBezTo>
                      <a:pt x="1558906" y="315424"/>
                      <a:pt x="1467930" y="406400"/>
                      <a:pt x="1355706" y="406400"/>
                    </a:cubicBezTo>
                    <a:lnTo>
                      <a:pt x="203200" y="406400"/>
                    </a:lnTo>
                    <a:cubicBezTo>
                      <a:pt x="90976" y="406400"/>
                      <a:pt x="0" y="315424"/>
                      <a:pt x="0" y="203200"/>
                    </a:cubicBezTo>
                    <a:cubicBezTo>
                      <a:pt x="0" y="90976"/>
                      <a:pt x="90976" y="0"/>
                      <a:pt x="203200" y="0"/>
                    </a:cubicBezTo>
                    <a:close/>
                  </a:path>
                </a:pathLst>
              </a:custGeom>
              <a:solidFill>
                <a:srgbClr val="46A0B1"/>
              </a:solidFill>
            </p:spPr>
          </p:sp>
          <p:sp>
            <p:nvSpPr>
              <p:cNvPr id="16" name="TextBox 16"/>
              <p:cNvSpPr txBox="1"/>
              <p:nvPr/>
            </p:nvSpPr>
            <p:spPr>
              <a:xfrm>
                <a:off x="0" y="-57150"/>
                <a:ext cx="1558906" cy="463550"/>
              </a:xfrm>
              <a:prstGeom prst="rect">
                <a:avLst/>
              </a:prstGeom>
            </p:spPr>
            <p:txBody>
              <a:bodyPr lIns="50800" tIns="50800" rIns="50800" bIns="50800" rtlCol="0" anchor="ctr"/>
              <a:lstStyle/>
              <a:p>
                <a:pPr algn="ctr">
                  <a:lnSpc>
                    <a:spcPts val="2486"/>
                  </a:lnSpc>
                </a:pPr>
                <a:endParaRPr/>
              </a:p>
            </p:txBody>
          </p:sp>
        </p:grpSp>
        <p:grpSp>
          <p:nvGrpSpPr>
            <p:cNvPr id="17" name="Group 17"/>
            <p:cNvGrpSpPr/>
            <p:nvPr/>
          </p:nvGrpSpPr>
          <p:grpSpPr>
            <a:xfrm>
              <a:off x="4693570" y="181997"/>
              <a:ext cx="4023060" cy="4023060"/>
              <a:chOff x="0" y="0"/>
              <a:chExt cx="812800" cy="812800"/>
            </a:xfrm>
          </p:grpSpPr>
          <p:sp>
            <p:nvSpPr>
              <p:cNvPr id="18" name="Freeform 18"/>
              <p:cNvSpPr/>
              <p:nvPr/>
            </p:nvSpPr>
            <p:spPr>
              <a:xfrm>
                <a:off x="0" y="0"/>
                <a:ext cx="812800" cy="812800"/>
              </a:xfrm>
              <a:custGeom>
                <a:avLst/>
                <a:gdLst/>
                <a:ahLst/>
                <a:cxnLst/>
                <a:rect l="l" t="t" r="r" b="b"/>
                <a:pathLst>
                  <a:path w="812800" h="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46A0B1"/>
              </a:solidFill>
            </p:spPr>
          </p:sp>
          <p:sp>
            <p:nvSpPr>
              <p:cNvPr id="19" name="TextBox 19"/>
              <p:cNvSpPr txBox="1"/>
              <p:nvPr/>
            </p:nvSpPr>
            <p:spPr>
              <a:xfrm>
                <a:off x="203200" y="-57150"/>
                <a:ext cx="406400" cy="768350"/>
              </a:xfrm>
              <a:prstGeom prst="rect">
                <a:avLst/>
              </a:prstGeom>
            </p:spPr>
            <p:txBody>
              <a:bodyPr lIns="50800" tIns="50800" rIns="50800" bIns="50800" rtlCol="0" anchor="ctr"/>
              <a:lstStyle/>
              <a:p>
                <a:pPr algn="ctr">
                  <a:lnSpc>
                    <a:spcPts val="2486"/>
                  </a:lnSpc>
                </a:pPr>
                <a:endParaRPr/>
              </a:p>
            </p:txBody>
          </p:sp>
        </p:grpSp>
        <p:grpSp>
          <p:nvGrpSpPr>
            <p:cNvPr id="20" name="Group 20"/>
            <p:cNvGrpSpPr/>
            <p:nvPr/>
          </p:nvGrpSpPr>
          <p:grpSpPr>
            <a:xfrm rot="-421994">
              <a:off x="1547198" y="1087681"/>
              <a:ext cx="3507933" cy="5261900"/>
              <a:chOff x="0" y="0"/>
              <a:chExt cx="406400" cy="609600"/>
            </a:xfrm>
          </p:grpSpPr>
          <p:sp>
            <p:nvSpPr>
              <p:cNvPr id="21" name="Freeform 21"/>
              <p:cNvSpPr/>
              <p:nvPr/>
            </p:nvSpPr>
            <p:spPr>
              <a:xfrm>
                <a:off x="0" y="0"/>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gradFill rotWithShape="1">
                <a:gsLst>
                  <a:gs pos="0">
                    <a:srgbClr val="CDFFD8">
                      <a:alpha val="60000"/>
                    </a:srgbClr>
                  </a:gs>
                  <a:gs pos="100000">
                    <a:srgbClr val="94B9FF">
                      <a:alpha val="60000"/>
                    </a:srgbClr>
                  </a:gs>
                </a:gsLst>
                <a:lin ang="0"/>
              </a:gradFill>
            </p:spPr>
          </p:sp>
          <p:sp>
            <p:nvSpPr>
              <p:cNvPr id="22" name="TextBox 22"/>
              <p:cNvSpPr txBox="1"/>
              <p:nvPr/>
            </p:nvSpPr>
            <p:spPr>
              <a:xfrm>
                <a:off x="101600" y="-57150"/>
                <a:ext cx="203200" cy="666750"/>
              </a:xfrm>
              <a:prstGeom prst="rect">
                <a:avLst/>
              </a:prstGeom>
            </p:spPr>
            <p:txBody>
              <a:bodyPr lIns="50800" tIns="50800" rIns="50800" bIns="50800" rtlCol="0" anchor="ctr"/>
              <a:lstStyle/>
              <a:p>
                <a:pPr algn="ctr">
                  <a:lnSpc>
                    <a:spcPts val="2486"/>
                  </a:lnSpc>
                </a:pPr>
                <a:endParaRPr/>
              </a:p>
            </p:txBody>
          </p:sp>
        </p:grpSp>
      </p:grpSp>
      <p:grpSp>
        <p:nvGrpSpPr>
          <p:cNvPr id="23" name="Group 23"/>
          <p:cNvGrpSpPr/>
          <p:nvPr/>
        </p:nvGrpSpPr>
        <p:grpSpPr>
          <a:xfrm>
            <a:off x="-1705191" y="6469644"/>
            <a:ext cx="5713901" cy="4834459"/>
            <a:chOff x="0" y="0"/>
            <a:chExt cx="7618535" cy="6445946"/>
          </a:xfrm>
        </p:grpSpPr>
        <p:grpSp>
          <p:nvGrpSpPr>
            <p:cNvPr id="24" name="Group 24"/>
            <p:cNvGrpSpPr/>
            <p:nvPr/>
          </p:nvGrpSpPr>
          <p:grpSpPr>
            <a:xfrm>
              <a:off x="0" y="0"/>
              <a:ext cx="3516247" cy="6084231"/>
              <a:chOff x="0" y="0"/>
              <a:chExt cx="812800" cy="1406404"/>
            </a:xfrm>
          </p:grpSpPr>
          <p:sp>
            <p:nvSpPr>
              <p:cNvPr id="25" name="Freeform 25"/>
              <p:cNvSpPr/>
              <p:nvPr/>
            </p:nvSpPr>
            <p:spPr>
              <a:xfrm>
                <a:off x="0" y="0"/>
                <a:ext cx="812800" cy="1406404"/>
              </a:xfrm>
              <a:custGeom>
                <a:avLst/>
                <a:gdLst/>
                <a:ahLst/>
                <a:cxnLst/>
                <a:rect l="l" t="t" r="r" b="b"/>
                <a:pathLst>
                  <a:path w="812800" h="1406404">
                    <a:moveTo>
                      <a:pt x="812800" y="703202"/>
                    </a:moveTo>
                    <a:lnTo>
                      <a:pt x="406400" y="0"/>
                    </a:lnTo>
                    <a:lnTo>
                      <a:pt x="406400" y="203200"/>
                    </a:lnTo>
                    <a:lnTo>
                      <a:pt x="0" y="203200"/>
                    </a:lnTo>
                    <a:lnTo>
                      <a:pt x="0" y="1203204"/>
                    </a:lnTo>
                    <a:lnTo>
                      <a:pt x="406400" y="1203204"/>
                    </a:lnTo>
                    <a:lnTo>
                      <a:pt x="406400" y="1406404"/>
                    </a:lnTo>
                    <a:lnTo>
                      <a:pt x="812800" y="703202"/>
                    </a:lnTo>
                    <a:close/>
                  </a:path>
                </a:pathLst>
              </a:custGeom>
              <a:gradFill rotWithShape="1">
                <a:gsLst>
                  <a:gs pos="0">
                    <a:srgbClr val="CDFFD8">
                      <a:alpha val="100000"/>
                    </a:srgbClr>
                  </a:gs>
                  <a:gs pos="100000">
                    <a:srgbClr val="94B9FF">
                      <a:alpha val="100000"/>
                    </a:srgbClr>
                  </a:gs>
                </a:gsLst>
                <a:lin ang="0"/>
              </a:gradFill>
            </p:spPr>
          </p:sp>
          <p:sp>
            <p:nvSpPr>
              <p:cNvPr id="26" name="TextBox 26"/>
              <p:cNvSpPr txBox="1"/>
              <p:nvPr/>
            </p:nvSpPr>
            <p:spPr>
              <a:xfrm>
                <a:off x="0" y="146050"/>
                <a:ext cx="711200" cy="1057154"/>
              </a:xfrm>
              <a:prstGeom prst="rect">
                <a:avLst/>
              </a:prstGeom>
            </p:spPr>
            <p:txBody>
              <a:bodyPr lIns="50800" tIns="50800" rIns="50800" bIns="50800" rtlCol="0" anchor="ctr"/>
              <a:lstStyle/>
              <a:p>
                <a:pPr algn="ctr">
                  <a:lnSpc>
                    <a:spcPts val="2486"/>
                  </a:lnSpc>
                </a:pPr>
                <a:endParaRPr/>
              </a:p>
            </p:txBody>
          </p:sp>
        </p:grpSp>
        <p:grpSp>
          <p:nvGrpSpPr>
            <p:cNvPr id="27" name="Group 27"/>
            <p:cNvGrpSpPr/>
            <p:nvPr/>
          </p:nvGrpSpPr>
          <p:grpSpPr>
            <a:xfrm>
              <a:off x="1758123" y="3007515"/>
              <a:ext cx="3516247" cy="2637185"/>
              <a:chOff x="0" y="0"/>
              <a:chExt cx="812800" cy="609600"/>
            </a:xfrm>
          </p:grpSpPr>
          <p:sp>
            <p:nvSpPr>
              <p:cNvPr id="28" name="Freeform 28"/>
              <p:cNvSpPr/>
              <p:nvPr/>
            </p:nvSpPr>
            <p:spPr>
              <a:xfrm>
                <a:off x="0" y="0"/>
                <a:ext cx="812800" cy="609600"/>
              </a:xfrm>
              <a:custGeom>
                <a:avLst/>
                <a:gdLst/>
                <a:ahLst/>
                <a:cxnLst/>
                <a:rect l="l" t="t" r="r" b="b"/>
                <a:pathLst>
                  <a:path w="812800" h="609600">
                    <a:moveTo>
                      <a:pt x="609600" y="0"/>
                    </a:moveTo>
                    <a:lnTo>
                      <a:pt x="0" y="0"/>
                    </a:lnTo>
                    <a:lnTo>
                      <a:pt x="203200" y="609600"/>
                    </a:lnTo>
                    <a:lnTo>
                      <a:pt x="812800" y="609600"/>
                    </a:lnTo>
                    <a:lnTo>
                      <a:pt x="609600" y="0"/>
                    </a:lnTo>
                    <a:close/>
                  </a:path>
                </a:pathLst>
              </a:custGeom>
              <a:solidFill>
                <a:srgbClr val="144D5F"/>
              </a:solidFill>
            </p:spPr>
          </p:sp>
          <p:sp>
            <p:nvSpPr>
              <p:cNvPr id="29" name="TextBox 29"/>
              <p:cNvSpPr txBox="1"/>
              <p:nvPr/>
            </p:nvSpPr>
            <p:spPr>
              <a:xfrm>
                <a:off x="101600" y="-57150"/>
                <a:ext cx="609600" cy="666750"/>
              </a:xfrm>
              <a:prstGeom prst="rect">
                <a:avLst/>
              </a:prstGeom>
            </p:spPr>
            <p:txBody>
              <a:bodyPr lIns="50800" tIns="50800" rIns="50800" bIns="50800" rtlCol="0" anchor="ctr"/>
              <a:lstStyle/>
              <a:p>
                <a:pPr algn="ctr">
                  <a:lnSpc>
                    <a:spcPts val="2486"/>
                  </a:lnSpc>
                </a:pPr>
                <a:endParaRPr/>
              </a:p>
            </p:txBody>
          </p:sp>
        </p:grpSp>
        <p:grpSp>
          <p:nvGrpSpPr>
            <p:cNvPr id="30" name="Group 30"/>
            <p:cNvGrpSpPr/>
            <p:nvPr/>
          </p:nvGrpSpPr>
          <p:grpSpPr>
            <a:xfrm>
              <a:off x="435526" y="4326107"/>
              <a:ext cx="7183009" cy="1758123"/>
              <a:chOff x="0" y="0"/>
              <a:chExt cx="1660392" cy="406400"/>
            </a:xfrm>
          </p:grpSpPr>
          <p:sp>
            <p:nvSpPr>
              <p:cNvPr id="31" name="Freeform 31"/>
              <p:cNvSpPr/>
              <p:nvPr/>
            </p:nvSpPr>
            <p:spPr>
              <a:xfrm>
                <a:off x="0" y="0"/>
                <a:ext cx="1660392" cy="406400"/>
              </a:xfrm>
              <a:custGeom>
                <a:avLst/>
                <a:gdLst/>
                <a:ahLst/>
                <a:cxnLst/>
                <a:rect l="l" t="t" r="r" b="b"/>
                <a:pathLst>
                  <a:path w="1660392" h="406400">
                    <a:moveTo>
                      <a:pt x="1457192" y="0"/>
                    </a:moveTo>
                    <a:cubicBezTo>
                      <a:pt x="1569417" y="0"/>
                      <a:pt x="1660392" y="90976"/>
                      <a:pt x="1660392" y="203200"/>
                    </a:cubicBezTo>
                    <a:cubicBezTo>
                      <a:pt x="1660392" y="315424"/>
                      <a:pt x="1569417" y="406400"/>
                      <a:pt x="1457192" y="406400"/>
                    </a:cubicBezTo>
                    <a:lnTo>
                      <a:pt x="203200" y="406400"/>
                    </a:lnTo>
                    <a:cubicBezTo>
                      <a:pt x="90976" y="406400"/>
                      <a:pt x="0" y="315424"/>
                      <a:pt x="0" y="203200"/>
                    </a:cubicBezTo>
                    <a:cubicBezTo>
                      <a:pt x="0" y="90976"/>
                      <a:pt x="90976" y="0"/>
                      <a:pt x="203200" y="0"/>
                    </a:cubicBezTo>
                    <a:close/>
                  </a:path>
                </a:pathLst>
              </a:custGeom>
              <a:solidFill>
                <a:srgbClr val="46A0B1"/>
              </a:solidFill>
            </p:spPr>
          </p:sp>
          <p:sp>
            <p:nvSpPr>
              <p:cNvPr id="32" name="TextBox 32"/>
              <p:cNvSpPr txBox="1"/>
              <p:nvPr/>
            </p:nvSpPr>
            <p:spPr>
              <a:xfrm>
                <a:off x="0" y="-57150"/>
                <a:ext cx="1660392" cy="463550"/>
              </a:xfrm>
              <a:prstGeom prst="rect">
                <a:avLst/>
              </a:prstGeom>
            </p:spPr>
            <p:txBody>
              <a:bodyPr lIns="50800" tIns="50800" rIns="50800" bIns="50800" rtlCol="0" anchor="ctr"/>
              <a:lstStyle/>
              <a:p>
                <a:pPr algn="ctr">
                  <a:lnSpc>
                    <a:spcPts val="2486"/>
                  </a:lnSpc>
                </a:pPr>
                <a:endParaRPr/>
              </a:p>
            </p:txBody>
          </p:sp>
        </p:grpSp>
        <p:grpSp>
          <p:nvGrpSpPr>
            <p:cNvPr id="33" name="Group 33"/>
            <p:cNvGrpSpPr/>
            <p:nvPr/>
          </p:nvGrpSpPr>
          <p:grpSpPr>
            <a:xfrm>
              <a:off x="0" y="2929699"/>
              <a:ext cx="3516247" cy="3516247"/>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lnTo>
                      <a:pt x="0" y="406400"/>
                    </a:lnTo>
                    <a:lnTo>
                      <a:pt x="203200" y="406400"/>
                    </a:lnTo>
                    <a:lnTo>
                      <a:pt x="203200" y="812800"/>
                    </a:lnTo>
                    <a:lnTo>
                      <a:pt x="609600" y="812800"/>
                    </a:lnTo>
                    <a:lnTo>
                      <a:pt x="609600" y="406400"/>
                    </a:lnTo>
                    <a:lnTo>
                      <a:pt x="812800" y="406400"/>
                    </a:lnTo>
                    <a:lnTo>
                      <a:pt x="406400" y="0"/>
                    </a:lnTo>
                    <a:close/>
                  </a:path>
                </a:pathLst>
              </a:custGeom>
              <a:solidFill>
                <a:srgbClr val="46A0B1"/>
              </a:solidFill>
            </p:spPr>
          </p:sp>
          <p:sp>
            <p:nvSpPr>
              <p:cNvPr id="35" name="TextBox 35"/>
              <p:cNvSpPr txBox="1"/>
              <p:nvPr/>
            </p:nvSpPr>
            <p:spPr>
              <a:xfrm>
                <a:off x="203200" y="44450"/>
                <a:ext cx="406400" cy="768350"/>
              </a:xfrm>
              <a:prstGeom prst="rect">
                <a:avLst/>
              </a:prstGeom>
            </p:spPr>
            <p:txBody>
              <a:bodyPr lIns="50800" tIns="50800" rIns="50800" bIns="50800" rtlCol="0" anchor="ctr"/>
              <a:lstStyle/>
              <a:p>
                <a:pPr algn="ctr">
                  <a:lnSpc>
                    <a:spcPts val="2486"/>
                  </a:lnSpc>
                </a:pPr>
                <a:endParaRPr/>
              </a:p>
            </p:txBody>
          </p:sp>
        </p:grpSp>
        <p:grpSp>
          <p:nvGrpSpPr>
            <p:cNvPr id="36" name="Group 36"/>
            <p:cNvGrpSpPr/>
            <p:nvPr/>
          </p:nvGrpSpPr>
          <p:grpSpPr>
            <a:xfrm rot="-729709">
              <a:off x="3337933" y="1236507"/>
              <a:ext cx="3066014" cy="4599021"/>
              <a:chOff x="0" y="0"/>
              <a:chExt cx="406400" cy="609600"/>
            </a:xfrm>
          </p:grpSpPr>
          <p:sp>
            <p:nvSpPr>
              <p:cNvPr id="37" name="Freeform 37"/>
              <p:cNvSpPr/>
              <p:nvPr/>
            </p:nvSpPr>
            <p:spPr>
              <a:xfrm>
                <a:off x="0" y="0"/>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gradFill rotWithShape="1">
                <a:gsLst>
                  <a:gs pos="0">
                    <a:srgbClr val="CDFFD8">
                      <a:alpha val="60000"/>
                    </a:srgbClr>
                  </a:gs>
                  <a:gs pos="100000">
                    <a:srgbClr val="94B9FF">
                      <a:alpha val="60000"/>
                    </a:srgbClr>
                  </a:gs>
                </a:gsLst>
                <a:lin ang="0"/>
              </a:gradFill>
            </p:spPr>
          </p:sp>
          <p:sp>
            <p:nvSpPr>
              <p:cNvPr id="38" name="TextBox 38"/>
              <p:cNvSpPr txBox="1"/>
              <p:nvPr/>
            </p:nvSpPr>
            <p:spPr>
              <a:xfrm>
                <a:off x="101600" y="-57150"/>
                <a:ext cx="203200" cy="666750"/>
              </a:xfrm>
              <a:prstGeom prst="rect">
                <a:avLst/>
              </a:prstGeom>
            </p:spPr>
            <p:txBody>
              <a:bodyPr lIns="50800" tIns="50800" rIns="50800" bIns="50800" rtlCol="0" anchor="ctr"/>
              <a:lstStyle/>
              <a:p>
                <a:pPr algn="ctr">
                  <a:lnSpc>
                    <a:spcPts val="2486"/>
                  </a:lnSpc>
                </a:pPr>
                <a:endParaRPr/>
              </a:p>
            </p:txBody>
          </p:sp>
        </p:grpSp>
      </p:grpSp>
      <p:sp>
        <p:nvSpPr>
          <p:cNvPr id="39" name="Freeform 39"/>
          <p:cNvSpPr/>
          <p:nvPr/>
        </p:nvSpPr>
        <p:spPr>
          <a:xfrm>
            <a:off x="15245913" y="9258300"/>
            <a:ext cx="2595326" cy="648832"/>
          </a:xfrm>
          <a:custGeom>
            <a:avLst/>
            <a:gdLst/>
            <a:ahLst/>
            <a:cxnLst/>
            <a:rect l="l" t="t" r="r" b="b"/>
            <a:pathLst>
              <a:path w="2595326" h="648832">
                <a:moveTo>
                  <a:pt x="0" y="0"/>
                </a:moveTo>
                <a:lnTo>
                  <a:pt x="2595326" y="0"/>
                </a:lnTo>
                <a:lnTo>
                  <a:pt x="2595326" y="648832"/>
                </a:lnTo>
                <a:lnTo>
                  <a:pt x="0" y="648832"/>
                </a:lnTo>
                <a:lnTo>
                  <a:pt x="0" y="0"/>
                </a:lnTo>
                <a:close/>
              </a:path>
            </a:pathLst>
          </a:custGeom>
          <a:blipFill>
            <a:blip r:embed="rId6"/>
            <a:stretch>
              <a:fillRect/>
            </a:stretch>
          </a:blipFill>
        </p:spPr>
      </p:sp>
      <p:sp>
        <p:nvSpPr>
          <p:cNvPr id="40" name="TextBox 40"/>
          <p:cNvSpPr txBox="1"/>
          <p:nvPr/>
        </p:nvSpPr>
        <p:spPr>
          <a:xfrm>
            <a:off x="3884682" y="4471508"/>
            <a:ext cx="10442436" cy="1257300"/>
          </a:xfrm>
          <a:prstGeom prst="rect">
            <a:avLst/>
          </a:prstGeom>
        </p:spPr>
        <p:txBody>
          <a:bodyPr lIns="0" tIns="0" rIns="0" bIns="0" rtlCol="0" anchor="t">
            <a:spAutoFit/>
          </a:bodyPr>
          <a:lstStyle/>
          <a:p>
            <a:pPr algn="ctr">
              <a:lnSpc>
                <a:spcPts val="9450"/>
              </a:lnSpc>
            </a:pPr>
            <a:r>
              <a:rPr lang="en-US" sz="9000" spc="179">
                <a:solidFill>
                  <a:srgbClr val="FEFEFF"/>
                </a:solidFill>
                <a:latin typeface="Norwester"/>
                <a:ea typeface="Norwester"/>
                <a:cs typeface="Norwester"/>
                <a:sym typeface="Norwester"/>
              </a:rPr>
              <a:t>Q&amp;A SESSION</a:t>
            </a:r>
          </a:p>
        </p:txBody>
      </p:sp>
      <p:sp>
        <p:nvSpPr>
          <p:cNvPr id="41" name="AutoShape 41"/>
          <p:cNvSpPr/>
          <p:nvPr/>
        </p:nvSpPr>
        <p:spPr>
          <a:xfrm flipV="1">
            <a:off x="3965746" y="5891692"/>
            <a:ext cx="10356508" cy="19050"/>
          </a:xfrm>
          <a:prstGeom prst="line">
            <a:avLst/>
          </a:prstGeom>
          <a:ln w="38100" cap="flat">
            <a:solidFill>
              <a:srgbClr val="FFFFFF"/>
            </a:solidFill>
            <a:prstDash val="solid"/>
            <a:headEnd type="arrow" w="med" len="sm"/>
            <a:tailEnd type="arrow" w="med" len="sm"/>
          </a:ln>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2940"/>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15000"/>
            </a:blip>
            <a:stretch>
              <a:fillRect/>
            </a:stretch>
          </a:blipFill>
        </p:spPr>
      </p:sp>
      <p:grpSp>
        <p:nvGrpSpPr>
          <p:cNvPr id="3" name="Group 3"/>
          <p:cNvGrpSpPr/>
          <p:nvPr/>
        </p:nvGrpSpPr>
        <p:grpSpPr>
          <a:xfrm>
            <a:off x="7510084" y="732996"/>
            <a:ext cx="3267833" cy="591408"/>
            <a:chOff x="0" y="0"/>
            <a:chExt cx="4357110" cy="788544"/>
          </a:xfrm>
        </p:grpSpPr>
        <p:sp>
          <p:nvSpPr>
            <p:cNvPr id="4" name="Freeform 4"/>
            <p:cNvSpPr/>
            <p:nvPr/>
          </p:nvSpPr>
          <p:spPr>
            <a:xfrm>
              <a:off x="0" y="0"/>
              <a:ext cx="732988" cy="732988"/>
            </a:xfrm>
            <a:custGeom>
              <a:avLst/>
              <a:gdLst/>
              <a:ahLst/>
              <a:cxnLst/>
              <a:rect l="l" t="t" r="r" b="b"/>
              <a:pathLst>
                <a:path w="732988" h="732988">
                  <a:moveTo>
                    <a:pt x="0" y="0"/>
                  </a:moveTo>
                  <a:lnTo>
                    <a:pt x="732988" y="0"/>
                  </a:lnTo>
                  <a:lnTo>
                    <a:pt x="732988" y="732988"/>
                  </a:lnTo>
                  <a:lnTo>
                    <a:pt x="0" y="732988"/>
                  </a:lnTo>
                  <a:lnTo>
                    <a:pt x="0" y="0"/>
                  </a:lnTo>
                  <a:close/>
                </a:path>
              </a:pathLst>
            </a:custGeom>
            <a:blipFill>
              <a:blip r:embed="rId3"/>
              <a:stretch>
                <a:fillRect/>
              </a:stretch>
            </a:blipFill>
          </p:spPr>
        </p:sp>
        <p:sp>
          <p:nvSpPr>
            <p:cNvPr id="5" name="Freeform 5"/>
            <p:cNvSpPr/>
            <p:nvPr/>
          </p:nvSpPr>
          <p:spPr>
            <a:xfrm>
              <a:off x="935429" y="0"/>
              <a:ext cx="732988" cy="732988"/>
            </a:xfrm>
            <a:custGeom>
              <a:avLst/>
              <a:gdLst/>
              <a:ahLst/>
              <a:cxnLst/>
              <a:rect l="l" t="t" r="r" b="b"/>
              <a:pathLst>
                <a:path w="732988" h="732988">
                  <a:moveTo>
                    <a:pt x="0" y="0"/>
                  </a:moveTo>
                  <a:lnTo>
                    <a:pt x="732988" y="0"/>
                  </a:lnTo>
                  <a:lnTo>
                    <a:pt x="732988" y="732988"/>
                  </a:lnTo>
                  <a:lnTo>
                    <a:pt x="0" y="732988"/>
                  </a:lnTo>
                  <a:lnTo>
                    <a:pt x="0" y="0"/>
                  </a:lnTo>
                  <a:close/>
                </a:path>
              </a:pathLst>
            </a:custGeom>
            <a:blipFill>
              <a:blip r:embed="rId4"/>
              <a:stretch>
                <a:fillRect/>
              </a:stretch>
            </a:blipFill>
          </p:spPr>
        </p:sp>
        <p:sp>
          <p:nvSpPr>
            <p:cNvPr id="6" name="Freeform 6"/>
            <p:cNvSpPr/>
            <p:nvPr/>
          </p:nvSpPr>
          <p:spPr>
            <a:xfrm>
              <a:off x="1872405" y="55556"/>
              <a:ext cx="2484706" cy="732988"/>
            </a:xfrm>
            <a:custGeom>
              <a:avLst/>
              <a:gdLst/>
              <a:ahLst/>
              <a:cxnLst/>
              <a:rect l="l" t="t" r="r" b="b"/>
              <a:pathLst>
                <a:path w="2484706" h="732988">
                  <a:moveTo>
                    <a:pt x="0" y="0"/>
                  </a:moveTo>
                  <a:lnTo>
                    <a:pt x="2484705" y="0"/>
                  </a:lnTo>
                  <a:lnTo>
                    <a:pt x="2484705" y="732988"/>
                  </a:lnTo>
                  <a:lnTo>
                    <a:pt x="0" y="732988"/>
                  </a:lnTo>
                  <a:lnTo>
                    <a:pt x="0" y="0"/>
                  </a:lnTo>
                  <a:close/>
                </a:path>
              </a:pathLst>
            </a:custGeom>
            <a:blipFill>
              <a:blip r:embed="rId5"/>
              <a:stretch>
                <a:fillRect/>
              </a:stretch>
            </a:blipFill>
          </p:spPr>
        </p:sp>
      </p:grpSp>
      <p:grpSp>
        <p:nvGrpSpPr>
          <p:cNvPr id="7" name="Group 7"/>
          <p:cNvGrpSpPr/>
          <p:nvPr/>
        </p:nvGrpSpPr>
        <p:grpSpPr>
          <a:xfrm>
            <a:off x="13819395" y="-1307921"/>
            <a:ext cx="7040355" cy="6307586"/>
            <a:chOff x="0" y="0"/>
            <a:chExt cx="9387141" cy="8410115"/>
          </a:xfrm>
        </p:grpSpPr>
        <p:grpSp>
          <p:nvGrpSpPr>
            <p:cNvPr id="8" name="Group 8"/>
            <p:cNvGrpSpPr/>
            <p:nvPr/>
          </p:nvGrpSpPr>
          <p:grpSpPr>
            <a:xfrm>
              <a:off x="4693570" y="0"/>
              <a:ext cx="4693570" cy="8410115"/>
              <a:chOff x="0" y="0"/>
              <a:chExt cx="948267" cy="1699140"/>
            </a:xfrm>
          </p:grpSpPr>
          <p:sp>
            <p:nvSpPr>
              <p:cNvPr id="9" name="Freeform 9"/>
              <p:cNvSpPr/>
              <p:nvPr/>
            </p:nvSpPr>
            <p:spPr>
              <a:xfrm>
                <a:off x="0" y="0"/>
                <a:ext cx="948267" cy="1699140"/>
              </a:xfrm>
              <a:custGeom>
                <a:avLst/>
                <a:gdLst/>
                <a:ahLst/>
                <a:cxnLst/>
                <a:rect l="l" t="t" r="r" b="b"/>
                <a:pathLst>
                  <a:path w="948267" h="1699140">
                    <a:moveTo>
                      <a:pt x="0" y="849570"/>
                    </a:moveTo>
                    <a:lnTo>
                      <a:pt x="406400" y="0"/>
                    </a:lnTo>
                    <a:lnTo>
                      <a:pt x="406400" y="203200"/>
                    </a:lnTo>
                    <a:lnTo>
                      <a:pt x="948267" y="203200"/>
                    </a:lnTo>
                    <a:lnTo>
                      <a:pt x="948267" y="1495940"/>
                    </a:lnTo>
                    <a:lnTo>
                      <a:pt x="406400" y="1495940"/>
                    </a:lnTo>
                    <a:lnTo>
                      <a:pt x="406400" y="1699140"/>
                    </a:lnTo>
                    <a:lnTo>
                      <a:pt x="0" y="849570"/>
                    </a:lnTo>
                    <a:close/>
                  </a:path>
                </a:pathLst>
              </a:custGeom>
              <a:gradFill rotWithShape="1">
                <a:gsLst>
                  <a:gs pos="0">
                    <a:srgbClr val="CDFFD8">
                      <a:alpha val="100000"/>
                    </a:srgbClr>
                  </a:gs>
                  <a:gs pos="100000">
                    <a:srgbClr val="94B9FF">
                      <a:alpha val="100000"/>
                    </a:srgbClr>
                  </a:gs>
                </a:gsLst>
                <a:lin ang="0"/>
              </a:gradFill>
            </p:spPr>
          </p:sp>
          <p:sp>
            <p:nvSpPr>
              <p:cNvPr id="10" name="TextBox 10"/>
              <p:cNvSpPr txBox="1"/>
              <p:nvPr/>
            </p:nvSpPr>
            <p:spPr>
              <a:xfrm>
                <a:off x="101600" y="146050"/>
                <a:ext cx="846667" cy="1349890"/>
              </a:xfrm>
              <a:prstGeom prst="rect">
                <a:avLst/>
              </a:prstGeom>
            </p:spPr>
            <p:txBody>
              <a:bodyPr lIns="50800" tIns="50800" rIns="50800" bIns="50800" rtlCol="0" anchor="ctr"/>
              <a:lstStyle/>
              <a:p>
                <a:pPr algn="ctr">
                  <a:lnSpc>
                    <a:spcPts val="2486"/>
                  </a:lnSpc>
                </a:pPr>
                <a:endParaRPr/>
              </a:p>
            </p:txBody>
          </p:sp>
        </p:grpSp>
        <p:grpSp>
          <p:nvGrpSpPr>
            <p:cNvPr id="11" name="Group 11"/>
            <p:cNvGrpSpPr/>
            <p:nvPr/>
          </p:nvGrpSpPr>
          <p:grpSpPr>
            <a:xfrm>
              <a:off x="2682040" y="2390174"/>
              <a:ext cx="4023060" cy="1814884"/>
              <a:chOff x="0" y="0"/>
              <a:chExt cx="812800" cy="366671"/>
            </a:xfrm>
          </p:grpSpPr>
          <p:sp>
            <p:nvSpPr>
              <p:cNvPr id="12" name="Freeform 12"/>
              <p:cNvSpPr/>
              <p:nvPr/>
            </p:nvSpPr>
            <p:spPr>
              <a:xfrm>
                <a:off x="0" y="0"/>
                <a:ext cx="812800" cy="366671"/>
              </a:xfrm>
              <a:custGeom>
                <a:avLst/>
                <a:gdLst/>
                <a:ahLst/>
                <a:cxnLst/>
                <a:rect l="l" t="t" r="r" b="b"/>
                <a:pathLst>
                  <a:path w="812800" h="366671">
                    <a:moveTo>
                      <a:pt x="609600" y="0"/>
                    </a:moveTo>
                    <a:lnTo>
                      <a:pt x="0" y="0"/>
                    </a:lnTo>
                    <a:lnTo>
                      <a:pt x="203200" y="366671"/>
                    </a:lnTo>
                    <a:lnTo>
                      <a:pt x="812800" y="366671"/>
                    </a:lnTo>
                    <a:lnTo>
                      <a:pt x="609600" y="0"/>
                    </a:lnTo>
                    <a:close/>
                  </a:path>
                </a:pathLst>
              </a:custGeom>
              <a:solidFill>
                <a:srgbClr val="144D5F"/>
              </a:solidFill>
            </p:spPr>
          </p:sp>
          <p:sp>
            <p:nvSpPr>
              <p:cNvPr id="13" name="TextBox 13"/>
              <p:cNvSpPr txBox="1"/>
              <p:nvPr/>
            </p:nvSpPr>
            <p:spPr>
              <a:xfrm>
                <a:off x="101600" y="-57150"/>
                <a:ext cx="609600" cy="423821"/>
              </a:xfrm>
              <a:prstGeom prst="rect">
                <a:avLst/>
              </a:prstGeom>
            </p:spPr>
            <p:txBody>
              <a:bodyPr lIns="50800" tIns="50800" rIns="50800" bIns="50800" rtlCol="0" anchor="ctr"/>
              <a:lstStyle/>
              <a:p>
                <a:pPr algn="ctr">
                  <a:lnSpc>
                    <a:spcPts val="2486"/>
                  </a:lnSpc>
                </a:pPr>
                <a:endParaRPr/>
              </a:p>
            </p:txBody>
          </p:sp>
        </p:grpSp>
        <p:grpSp>
          <p:nvGrpSpPr>
            <p:cNvPr id="14" name="Group 14"/>
            <p:cNvGrpSpPr/>
            <p:nvPr/>
          </p:nvGrpSpPr>
          <p:grpSpPr>
            <a:xfrm>
              <a:off x="0" y="500864"/>
              <a:ext cx="7716008" cy="2011530"/>
              <a:chOff x="0" y="0"/>
              <a:chExt cx="1558906" cy="406400"/>
            </a:xfrm>
          </p:grpSpPr>
          <p:sp>
            <p:nvSpPr>
              <p:cNvPr id="15" name="Freeform 15"/>
              <p:cNvSpPr/>
              <p:nvPr/>
            </p:nvSpPr>
            <p:spPr>
              <a:xfrm>
                <a:off x="0" y="0"/>
                <a:ext cx="1558906" cy="406400"/>
              </a:xfrm>
              <a:custGeom>
                <a:avLst/>
                <a:gdLst/>
                <a:ahLst/>
                <a:cxnLst/>
                <a:rect l="l" t="t" r="r" b="b"/>
                <a:pathLst>
                  <a:path w="1558906" h="406400">
                    <a:moveTo>
                      <a:pt x="1355706" y="0"/>
                    </a:moveTo>
                    <a:cubicBezTo>
                      <a:pt x="1467930" y="0"/>
                      <a:pt x="1558906" y="90976"/>
                      <a:pt x="1558906" y="203200"/>
                    </a:cubicBezTo>
                    <a:cubicBezTo>
                      <a:pt x="1558906" y="315424"/>
                      <a:pt x="1467930" y="406400"/>
                      <a:pt x="1355706" y="406400"/>
                    </a:cubicBezTo>
                    <a:lnTo>
                      <a:pt x="203200" y="406400"/>
                    </a:lnTo>
                    <a:cubicBezTo>
                      <a:pt x="90976" y="406400"/>
                      <a:pt x="0" y="315424"/>
                      <a:pt x="0" y="203200"/>
                    </a:cubicBezTo>
                    <a:cubicBezTo>
                      <a:pt x="0" y="90976"/>
                      <a:pt x="90976" y="0"/>
                      <a:pt x="203200" y="0"/>
                    </a:cubicBezTo>
                    <a:close/>
                  </a:path>
                </a:pathLst>
              </a:custGeom>
              <a:solidFill>
                <a:srgbClr val="46A0B1"/>
              </a:solidFill>
            </p:spPr>
          </p:sp>
          <p:sp>
            <p:nvSpPr>
              <p:cNvPr id="16" name="TextBox 16"/>
              <p:cNvSpPr txBox="1"/>
              <p:nvPr/>
            </p:nvSpPr>
            <p:spPr>
              <a:xfrm>
                <a:off x="0" y="-57150"/>
                <a:ext cx="1558906" cy="463550"/>
              </a:xfrm>
              <a:prstGeom prst="rect">
                <a:avLst/>
              </a:prstGeom>
            </p:spPr>
            <p:txBody>
              <a:bodyPr lIns="50800" tIns="50800" rIns="50800" bIns="50800" rtlCol="0" anchor="ctr"/>
              <a:lstStyle/>
              <a:p>
                <a:pPr algn="ctr">
                  <a:lnSpc>
                    <a:spcPts val="2486"/>
                  </a:lnSpc>
                </a:pPr>
                <a:endParaRPr/>
              </a:p>
            </p:txBody>
          </p:sp>
        </p:grpSp>
        <p:grpSp>
          <p:nvGrpSpPr>
            <p:cNvPr id="17" name="Group 17"/>
            <p:cNvGrpSpPr/>
            <p:nvPr/>
          </p:nvGrpSpPr>
          <p:grpSpPr>
            <a:xfrm>
              <a:off x="4693570" y="181997"/>
              <a:ext cx="4023060" cy="4023060"/>
              <a:chOff x="0" y="0"/>
              <a:chExt cx="812800" cy="812800"/>
            </a:xfrm>
          </p:grpSpPr>
          <p:sp>
            <p:nvSpPr>
              <p:cNvPr id="18" name="Freeform 18"/>
              <p:cNvSpPr/>
              <p:nvPr/>
            </p:nvSpPr>
            <p:spPr>
              <a:xfrm>
                <a:off x="0" y="0"/>
                <a:ext cx="812800" cy="812800"/>
              </a:xfrm>
              <a:custGeom>
                <a:avLst/>
                <a:gdLst/>
                <a:ahLst/>
                <a:cxnLst/>
                <a:rect l="l" t="t" r="r" b="b"/>
                <a:pathLst>
                  <a:path w="812800" h="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46A0B1"/>
              </a:solidFill>
            </p:spPr>
          </p:sp>
          <p:sp>
            <p:nvSpPr>
              <p:cNvPr id="19" name="TextBox 19"/>
              <p:cNvSpPr txBox="1"/>
              <p:nvPr/>
            </p:nvSpPr>
            <p:spPr>
              <a:xfrm>
                <a:off x="203200" y="-57150"/>
                <a:ext cx="406400" cy="768350"/>
              </a:xfrm>
              <a:prstGeom prst="rect">
                <a:avLst/>
              </a:prstGeom>
            </p:spPr>
            <p:txBody>
              <a:bodyPr lIns="50800" tIns="50800" rIns="50800" bIns="50800" rtlCol="0" anchor="ctr"/>
              <a:lstStyle/>
              <a:p>
                <a:pPr algn="ctr">
                  <a:lnSpc>
                    <a:spcPts val="2486"/>
                  </a:lnSpc>
                </a:pPr>
                <a:endParaRPr/>
              </a:p>
            </p:txBody>
          </p:sp>
        </p:grpSp>
        <p:grpSp>
          <p:nvGrpSpPr>
            <p:cNvPr id="20" name="Group 20"/>
            <p:cNvGrpSpPr/>
            <p:nvPr/>
          </p:nvGrpSpPr>
          <p:grpSpPr>
            <a:xfrm rot="-421994">
              <a:off x="1547198" y="1087681"/>
              <a:ext cx="3507933" cy="5261900"/>
              <a:chOff x="0" y="0"/>
              <a:chExt cx="406400" cy="609600"/>
            </a:xfrm>
          </p:grpSpPr>
          <p:sp>
            <p:nvSpPr>
              <p:cNvPr id="21" name="Freeform 21"/>
              <p:cNvSpPr/>
              <p:nvPr/>
            </p:nvSpPr>
            <p:spPr>
              <a:xfrm>
                <a:off x="0" y="0"/>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gradFill rotWithShape="1">
                <a:gsLst>
                  <a:gs pos="0">
                    <a:srgbClr val="CDFFD8">
                      <a:alpha val="60000"/>
                    </a:srgbClr>
                  </a:gs>
                  <a:gs pos="100000">
                    <a:srgbClr val="94B9FF">
                      <a:alpha val="60000"/>
                    </a:srgbClr>
                  </a:gs>
                </a:gsLst>
                <a:lin ang="0"/>
              </a:gradFill>
            </p:spPr>
          </p:sp>
          <p:sp>
            <p:nvSpPr>
              <p:cNvPr id="22" name="TextBox 22"/>
              <p:cNvSpPr txBox="1"/>
              <p:nvPr/>
            </p:nvSpPr>
            <p:spPr>
              <a:xfrm>
                <a:off x="101600" y="-57150"/>
                <a:ext cx="203200" cy="666750"/>
              </a:xfrm>
              <a:prstGeom prst="rect">
                <a:avLst/>
              </a:prstGeom>
            </p:spPr>
            <p:txBody>
              <a:bodyPr lIns="50800" tIns="50800" rIns="50800" bIns="50800" rtlCol="0" anchor="ctr"/>
              <a:lstStyle/>
              <a:p>
                <a:pPr algn="ctr">
                  <a:lnSpc>
                    <a:spcPts val="2486"/>
                  </a:lnSpc>
                </a:pPr>
                <a:endParaRPr/>
              </a:p>
            </p:txBody>
          </p:sp>
        </p:grpSp>
      </p:grpSp>
      <p:grpSp>
        <p:nvGrpSpPr>
          <p:cNvPr id="23" name="Group 23"/>
          <p:cNvGrpSpPr/>
          <p:nvPr/>
        </p:nvGrpSpPr>
        <p:grpSpPr>
          <a:xfrm>
            <a:off x="-1705191" y="6469644"/>
            <a:ext cx="5713901" cy="4834459"/>
            <a:chOff x="0" y="0"/>
            <a:chExt cx="7618535" cy="6445946"/>
          </a:xfrm>
        </p:grpSpPr>
        <p:grpSp>
          <p:nvGrpSpPr>
            <p:cNvPr id="24" name="Group 24"/>
            <p:cNvGrpSpPr/>
            <p:nvPr/>
          </p:nvGrpSpPr>
          <p:grpSpPr>
            <a:xfrm>
              <a:off x="0" y="0"/>
              <a:ext cx="3516247" cy="6084231"/>
              <a:chOff x="0" y="0"/>
              <a:chExt cx="812800" cy="1406404"/>
            </a:xfrm>
          </p:grpSpPr>
          <p:sp>
            <p:nvSpPr>
              <p:cNvPr id="25" name="Freeform 25"/>
              <p:cNvSpPr/>
              <p:nvPr/>
            </p:nvSpPr>
            <p:spPr>
              <a:xfrm>
                <a:off x="0" y="0"/>
                <a:ext cx="812800" cy="1406404"/>
              </a:xfrm>
              <a:custGeom>
                <a:avLst/>
                <a:gdLst/>
                <a:ahLst/>
                <a:cxnLst/>
                <a:rect l="l" t="t" r="r" b="b"/>
                <a:pathLst>
                  <a:path w="812800" h="1406404">
                    <a:moveTo>
                      <a:pt x="812800" y="703202"/>
                    </a:moveTo>
                    <a:lnTo>
                      <a:pt x="406400" y="0"/>
                    </a:lnTo>
                    <a:lnTo>
                      <a:pt x="406400" y="203200"/>
                    </a:lnTo>
                    <a:lnTo>
                      <a:pt x="0" y="203200"/>
                    </a:lnTo>
                    <a:lnTo>
                      <a:pt x="0" y="1203204"/>
                    </a:lnTo>
                    <a:lnTo>
                      <a:pt x="406400" y="1203204"/>
                    </a:lnTo>
                    <a:lnTo>
                      <a:pt x="406400" y="1406404"/>
                    </a:lnTo>
                    <a:lnTo>
                      <a:pt x="812800" y="703202"/>
                    </a:lnTo>
                    <a:close/>
                  </a:path>
                </a:pathLst>
              </a:custGeom>
              <a:gradFill rotWithShape="1">
                <a:gsLst>
                  <a:gs pos="0">
                    <a:srgbClr val="CDFFD8">
                      <a:alpha val="100000"/>
                    </a:srgbClr>
                  </a:gs>
                  <a:gs pos="100000">
                    <a:srgbClr val="94B9FF">
                      <a:alpha val="100000"/>
                    </a:srgbClr>
                  </a:gs>
                </a:gsLst>
                <a:lin ang="0"/>
              </a:gradFill>
            </p:spPr>
          </p:sp>
          <p:sp>
            <p:nvSpPr>
              <p:cNvPr id="26" name="TextBox 26"/>
              <p:cNvSpPr txBox="1"/>
              <p:nvPr/>
            </p:nvSpPr>
            <p:spPr>
              <a:xfrm>
                <a:off x="0" y="146050"/>
                <a:ext cx="711200" cy="1057154"/>
              </a:xfrm>
              <a:prstGeom prst="rect">
                <a:avLst/>
              </a:prstGeom>
            </p:spPr>
            <p:txBody>
              <a:bodyPr lIns="50800" tIns="50800" rIns="50800" bIns="50800" rtlCol="0" anchor="ctr"/>
              <a:lstStyle/>
              <a:p>
                <a:pPr algn="ctr">
                  <a:lnSpc>
                    <a:spcPts val="2486"/>
                  </a:lnSpc>
                </a:pPr>
                <a:endParaRPr/>
              </a:p>
            </p:txBody>
          </p:sp>
        </p:grpSp>
        <p:grpSp>
          <p:nvGrpSpPr>
            <p:cNvPr id="27" name="Group 27"/>
            <p:cNvGrpSpPr/>
            <p:nvPr/>
          </p:nvGrpSpPr>
          <p:grpSpPr>
            <a:xfrm>
              <a:off x="1758123" y="3007515"/>
              <a:ext cx="3516247" cy="2637185"/>
              <a:chOff x="0" y="0"/>
              <a:chExt cx="812800" cy="609600"/>
            </a:xfrm>
          </p:grpSpPr>
          <p:sp>
            <p:nvSpPr>
              <p:cNvPr id="28" name="Freeform 28"/>
              <p:cNvSpPr/>
              <p:nvPr/>
            </p:nvSpPr>
            <p:spPr>
              <a:xfrm>
                <a:off x="0" y="0"/>
                <a:ext cx="812800" cy="609600"/>
              </a:xfrm>
              <a:custGeom>
                <a:avLst/>
                <a:gdLst/>
                <a:ahLst/>
                <a:cxnLst/>
                <a:rect l="l" t="t" r="r" b="b"/>
                <a:pathLst>
                  <a:path w="812800" h="609600">
                    <a:moveTo>
                      <a:pt x="609600" y="0"/>
                    </a:moveTo>
                    <a:lnTo>
                      <a:pt x="0" y="0"/>
                    </a:lnTo>
                    <a:lnTo>
                      <a:pt x="203200" y="609600"/>
                    </a:lnTo>
                    <a:lnTo>
                      <a:pt x="812800" y="609600"/>
                    </a:lnTo>
                    <a:lnTo>
                      <a:pt x="609600" y="0"/>
                    </a:lnTo>
                    <a:close/>
                  </a:path>
                </a:pathLst>
              </a:custGeom>
              <a:solidFill>
                <a:srgbClr val="144D5F"/>
              </a:solidFill>
            </p:spPr>
          </p:sp>
          <p:sp>
            <p:nvSpPr>
              <p:cNvPr id="29" name="TextBox 29"/>
              <p:cNvSpPr txBox="1"/>
              <p:nvPr/>
            </p:nvSpPr>
            <p:spPr>
              <a:xfrm>
                <a:off x="101600" y="-57150"/>
                <a:ext cx="609600" cy="666750"/>
              </a:xfrm>
              <a:prstGeom prst="rect">
                <a:avLst/>
              </a:prstGeom>
            </p:spPr>
            <p:txBody>
              <a:bodyPr lIns="50800" tIns="50800" rIns="50800" bIns="50800" rtlCol="0" anchor="ctr"/>
              <a:lstStyle/>
              <a:p>
                <a:pPr algn="ctr">
                  <a:lnSpc>
                    <a:spcPts val="2486"/>
                  </a:lnSpc>
                </a:pPr>
                <a:endParaRPr/>
              </a:p>
            </p:txBody>
          </p:sp>
        </p:grpSp>
        <p:grpSp>
          <p:nvGrpSpPr>
            <p:cNvPr id="30" name="Group 30"/>
            <p:cNvGrpSpPr/>
            <p:nvPr/>
          </p:nvGrpSpPr>
          <p:grpSpPr>
            <a:xfrm>
              <a:off x="435526" y="4326107"/>
              <a:ext cx="7183009" cy="1758123"/>
              <a:chOff x="0" y="0"/>
              <a:chExt cx="1660392" cy="406400"/>
            </a:xfrm>
          </p:grpSpPr>
          <p:sp>
            <p:nvSpPr>
              <p:cNvPr id="31" name="Freeform 31"/>
              <p:cNvSpPr/>
              <p:nvPr/>
            </p:nvSpPr>
            <p:spPr>
              <a:xfrm>
                <a:off x="0" y="0"/>
                <a:ext cx="1660392" cy="406400"/>
              </a:xfrm>
              <a:custGeom>
                <a:avLst/>
                <a:gdLst/>
                <a:ahLst/>
                <a:cxnLst/>
                <a:rect l="l" t="t" r="r" b="b"/>
                <a:pathLst>
                  <a:path w="1660392" h="406400">
                    <a:moveTo>
                      <a:pt x="1457192" y="0"/>
                    </a:moveTo>
                    <a:cubicBezTo>
                      <a:pt x="1569417" y="0"/>
                      <a:pt x="1660392" y="90976"/>
                      <a:pt x="1660392" y="203200"/>
                    </a:cubicBezTo>
                    <a:cubicBezTo>
                      <a:pt x="1660392" y="315424"/>
                      <a:pt x="1569417" y="406400"/>
                      <a:pt x="1457192" y="406400"/>
                    </a:cubicBezTo>
                    <a:lnTo>
                      <a:pt x="203200" y="406400"/>
                    </a:lnTo>
                    <a:cubicBezTo>
                      <a:pt x="90976" y="406400"/>
                      <a:pt x="0" y="315424"/>
                      <a:pt x="0" y="203200"/>
                    </a:cubicBezTo>
                    <a:cubicBezTo>
                      <a:pt x="0" y="90976"/>
                      <a:pt x="90976" y="0"/>
                      <a:pt x="203200" y="0"/>
                    </a:cubicBezTo>
                    <a:close/>
                  </a:path>
                </a:pathLst>
              </a:custGeom>
              <a:solidFill>
                <a:srgbClr val="46A0B1"/>
              </a:solidFill>
            </p:spPr>
          </p:sp>
          <p:sp>
            <p:nvSpPr>
              <p:cNvPr id="32" name="TextBox 32"/>
              <p:cNvSpPr txBox="1"/>
              <p:nvPr/>
            </p:nvSpPr>
            <p:spPr>
              <a:xfrm>
                <a:off x="0" y="-57150"/>
                <a:ext cx="1660392" cy="463550"/>
              </a:xfrm>
              <a:prstGeom prst="rect">
                <a:avLst/>
              </a:prstGeom>
            </p:spPr>
            <p:txBody>
              <a:bodyPr lIns="50800" tIns="50800" rIns="50800" bIns="50800" rtlCol="0" anchor="ctr"/>
              <a:lstStyle/>
              <a:p>
                <a:pPr algn="ctr">
                  <a:lnSpc>
                    <a:spcPts val="2486"/>
                  </a:lnSpc>
                </a:pPr>
                <a:endParaRPr/>
              </a:p>
            </p:txBody>
          </p:sp>
        </p:grpSp>
        <p:grpSp>
          <p:nvGrpSpPr>
            <p:cNvPr id="33" name="Group 33"/>
            <p:cNvGrpSpPr/>
            <p:nvPr/>
          </p:nvGrpSpPr>
          <p:grpSpPr>
            <a:xfrm>
              <a:off x="0" y="2929699"/>
              <a:ext cx="3516247" cy="3516247"/>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lnTo>
                      <a:pt x="0" y="406400"/>
                    </a:lnTo>
                    <a:lnTo>
                      <a:pt x="203200" y="406400"/>
                    </a:lnTo>
                    <a:lnTo>
                      <a:pt x="203200" y="812800"/>
                    </a:lnTo>
                    <a:lnTo>
                      <a:pt x="609600" y="812800"/>
                    </a:lnTo>
                    <a:lnTo>
                      <a:pt x="609600" y="406400"/>
                    </a:lnTo>
                    <a:lnTo>
                      <a:pt x="812800" y="406400"/>
                    </a:lnTo>
                    <a:lnTo>
                      <a:pt x="406400" y="0"/>
                    </a:lnTo>
                    <a:close/>
                  </a:path>
                </a:pathLst>
              </a:custGeom>
              <a:solidFill>
                <a:srgbClr val="46A0B1"/>
              </a:solidFill>
            </p:spPr>
          </p:sp>
          <p:sp>
            <p:nvSpPr>
              <p:cNvPr id="35" name="TextBox 35"/>
              <p:cNvSpPr txBox="1"/>
              <p:nvPr/>
            </p:nvSpPr>
            <p:spPr>
              <a:xfrm>
                <a:off x="203200" y="44450"/>
                <a:ext cx="406400" cy="768350"/>
              </a:xfrm>
              <a:prstGeom prst="rect">
                <a:avLst/>
              </a:prstGeom>
            </p:spPr>
            <p:txBody>
              <a:bodyPr lIns="50800" tIns="50800" rIns="50800" bIns="50800" rtlCol="0" anchor="ctr"/>
              <a:lstStyle/>
              <a:p>
                <a:pPr algn="ctr">
                  <a:lnSpc>
                    <a:spcPts val="2486"/>
                  </a:lnSpc>
                </a:pPr>
                <a:endParaRPr/>
              </a:p>
            </p:txBody>
          </p:sp>
        </p:grpSp>
        <p:grpSp>
          <p:nvGrpSpPr>
            <p:cNvPr id="36" name="Group 36"/>
            <p:cNvGrpSpPr/>
            <p:nvPr/>
          </p:nvGrpSpPr>
          <p:grpSpPr>
            <a:xfrm rot="-729709">
              <a:off x="3337933" y="1236507"/>
              <a:ext cx="3066014" cy="4599021"/>
              <a:chOff x="0" y="0"/>
              <a:chExt cx="406400" cy="609600"/>
            </a:xfrm>
          </p:grpSpPr>
          <p:sp>
            <p:nvSpPr>
              <p:cNvPr id="37" name="Freeform 37"/>
              <p:cNvSpPr/>
              <p:nvPr/>
            </p:nvSpPr>
            <p:spPr>
              <a:xfrm>
                <a:off x="0" y="0"/>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gradFill rotWithShape="1">
                <a:gsLst>
                  <a:gs pos="0">
                    <a:srgbClr val="CDFFD8">
                      <a:alpha val="60000"/>
                    </a:srgbClr>
                  </a:gs>
                  <a:gs pos="100000">
                    <a:srgbClr val="94B9FF">
                      <a:alpha val="60000"/>
                    </a:srgbClr>
                  </a:gs>
                </a:gsLst>
                <a:lin ang="0"/>
              </a:gradFill>
            </p:spPr>
          </p:sp>
          <p:sp>
            <p:nvSpPr>
              <p:cNvPr id="38" name="TextBox 38"/>
              <p:cNvSpPr txBox="1"/>
              <p:nvPr/>
            </p:nvSpPr>
            <p:spPr>
              <a:xfrm>
                <a:off x="101600" y="-57150"/>
                <a:ext cx="203200" cy="666750"/>
              </a:xfrm>
              <a:prstGeom prst="rect">
                <a:avLst/>
              </a:prstGeom>
            </p:spPr>
            <p:txBody>
              <a:bodyPr lIns="50800" tIns="50800" rIns="50800" bIns="50800" rtlCol="0" anchor="ctr"/>
              <a:lstStyle/>
              <a:p>
                <a:pPr algn="ctr">
                  <a:lnSpc>
                    <a:spcPts val="2486"/>
                  </a:lnSpc>
                </a:pPr>
                <a:endParaRPr/>
              </a:p>
            </p:txBody>
          </p:sp>
        </p:grpSp>
      </p:grpSp>
      <p:sp>
        <p:nvSpPr>
          <p:cNvPr id="39" name="Freeform 39"/>
          <p:cNvSpPr/>
          <p:nvPr/>
        </p:nvSpPr>
        <p:spPr>
          <a:xfrm>
            <a:off x="15245913" y="9258300"/>
            <a:ext cx="2595326" cy="648832"/>
          </a:xfrm>
          <a:custGeom>
            <a:avLst/>
            <a:gdLst/>
            <a:ahLst/>
            <a:cxnLst/>
            <a:rect l="l" t="t" r="r" b="b"/>
            <a:pathLst>
              <a:path w="2595326" h="648832">
                <a:moveTo>
                  <a:pt x="0" y="0"/>
                </a:moveTo>
                <a:lnTo>
                  <a:pt x="2595326" y="0"/>
                </a:lnTo>
                <a:lnTo>
                  <a:pt x="2595326" y="648832"/>
                </a:lnTo>
                <a:lnTo>
                  <a:pt x="0" y="648832"/>
                </a:lnTo>
                <a:lnTo>
                  <a:pt x="0" y="0"/>
                </a:lnTo>
                <a:close/>
              </a:path>
            </a:pathLst>
          </a:custGeom>
          <a:blipFill>
            <a:blip r:embed="rId6"/>
            <a:stretch>
              <a:fillRect/>
            </a:stretch>
          </a:blipFill>
        </p:spPr>
      </p:sp>
      <p:sp>
        <p:nvSpPr>
          <p:cNvPr id="40" name="TextBox 40"/>
          <p:cNvSpPr txBox="1"/>
          <p:nvPr/>
        </p:nvSpPr>
        <p:spPr>
          <a:xfrm>
            <a:off x="4644875" y="4041668"/>
            <a:ext cx="8390298" cy="1040167"/>
          </a:xfrm>
          <a:prstGeom prst="rect">
            <a:avLst/>
          </a:prstGeom>
        </p:spPr>
        <p:txBody>
          <a:bodyPr lIns="0" tIns="0" rIns="0" bIns="0" rtlCol="0" anchor="t">
            <a:spAutoFit/>
          </a:bodyPr>
          <a:lstStyle/>
          <a:p>
            <a:pPr algn="ctr">
              <a:lnSpc>
                <a:spcPts val="7982"/>
              </a:lnSpc>
            </a:pPr>
            <a:r>
              <a:rPr lang="en-US" sz="7601" spc="152">
                <a:solidFill>
                  <a:srgbClr val="B0E0EF"/>
                </a:solidFill>
                <a:latin typeface="Mistrully"/>
                <a:ea typeface="Mistrully"/>
                <a:cs typeface="Mistrully"/>
                <a:sym typeface="Mistrully"/>
              </a:rPr>
              <a:t>Terima Kasih</a:t>
            </a:r>
          </a:p>
        </p:txBody>
      </p:sp>
      <p:sp>
        <p:nvSpPr>
          <p:cNvPr id="41" name="TextBox 41"/>
          <p:cNvSpPr txBox="1"/>
          <p:nvPr/>
        </p:nvSpPr>
        <p:spPr>
          <a:xfrm>
            <a:off x="3948070" y="5110410"/>
            <a:ext cx="10391860" cy="848469"/>
          </a:xfrm>
          <a:prstGeom prst="rect">
            <a:avLst/>
          </a:prstGeom>
        </p:spPr>
        <p:txBody>
          <a:bodyPr lIns="0" tIns="0" rIns="0" bIns="0" rtlCol="0" anchor="t">
            <a:spAutoFit/>
          </a:bodyPr>
          <a:lstStyle/>
          <a:p>
            <a:pPr algn="ctr">
              <a:lnSpc>
                <a:spcPts val="6438"/>
              </a:lnSpc>
            </a:pPr>
            <a:r>
              <a:rPr lang="en-US" sz="6132" spc="122">
                <a:solidFill>
                  <a:srgbClr val="FEFEFF"/>
                </a:solidFill>
                <a:latin typeface="Norwester"/>
                <a:ea typeface="Norwester"/>
                <a:cs typeface="Norwester"/>
                <a:sym typeface="Norwester"/>
              </a:rPr>
              <a:t>SEMANGAT BELAJAR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1317</Words>
  <Application>Microsoft Office PowerPoint</Application>
  <PresentationFormat>Custom</PresentationFormat>
  <Paragraphs>158</Paragraphs>
  <Slides>25</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25</vt:i4>
      </vt:variant>
    </vt:vector>
  </HeadingPairs>
  <TitlesOfParts>
    <vt:vector size="35" baseType="lpstr">
      <vt:lpstr>Poppins Bold</vt:lpstr>
      <vt:lpstr>Calibri</vt:lpstr>
      <vt:lpstr>Norwester</vt:lpstr>
      <vt:lpstr>Inter Bold</vt:lpstr>
      <vt:lpstr>Inter Semi-Bold</vt:lpstr>
      <vt:lpstr>Inter</vt:lpstr>
      <vt:lpstr>Poppins</vt:lpstr>
      <vt:lpstr>Mistrully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Tamplate Desain PPT Pemateri</dc:title>
  <cp:lastModifiedBy>khafid ilhan</cp:lastModifiedBy>
  <cp:revision>2</cp:revision>
  <dcterms:created xsi:type="dcterms:W3CDTF">2006-08-16T00:00:00Z</dcterms:created>
  <dcterms:modified xsi:type="dcterms:W3CDTF">2025-08-02T05:01:01Z</dcterms:modified>
  <dc:identifier>DAGu1AhjPKA</dc:identifier>
</cp:coreProperties>
</file>